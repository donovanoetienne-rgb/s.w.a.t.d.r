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5"/>
  </p:notesMasterIdLst>
  <p:handoutMasterIdLst>
    <p:handoutMasterId r:id="rId16"/>
  </p:handoutMasterIdLst>
  <p:sldIdLst>
    <p:sldId id="410" r:id="rId5"/>
    <p:sldId id="383" r:id="rId6"/>
    <p:sldId id="391" r:id="rId7"/>
    <p:sldId id="408" r:id="rId8"/>
    <p:sldId id="406" r:id="rId9"/>
    <p:sldId id="404" r:id="rId10"/>
    <p:sldId id="412" r:id="rId11"/>
    <p:sldId id="407" r:id="rId12"/>
    <p:sldId id="411" r:id="rId13"/>
    <p:sldId id="398" r:id="rId14"/>
  </p:sldIdLst>
  <p:sldSz cx="12192000" cy="6858000"/>
  <p:notesSz cx="6858000" cy="9144000"/>
  <p:defaultTextStyle>
    <a:defPPr rtl="0">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229" autoAdjust="0"/>
  </p:normalViewPr>
  <p:slideViewPr>
    <p:cSldViewPr snapToGrid="0">
      <p:cViewPr varScale="1">
        <p:scale>
          <a:sx n="83" d="100"/>
          <a:sy n="83" d="100"/>
        </p:scale>
        <p:origin x="677" y="91"/>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97" d="100"/>
          <a:sy n="97" d="100"/>
        </p:scale>
        <p:origin x="2868"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E92A46E5-772B-4A8A-A167-62663A29553C}" type="datetime1">
              <a:rPr lang="es-ES" smtClean="0"/>
              <a:t>19/06/2026</a:t>
            </a:fld>
            <a:endParaRPr lang="es-ES" dirty="0"/>
          </a:p>
        </p:txBody>
      </p:sp>
      <p:sp>
        <p:nvSpPr>
          <p:cNvPr id="6" name="Marcador de número de diapositiva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E2C230DF-5933-439D-898F-38E9AC9BA688}" type="slidenum">
              <a:rPr lang="es-ES" smtClean="0"/>
              <a:t>‹Nº›</a:t>
            </a:fld>
            <a:endParaRPr lang="es-ES" dirty="0"/>
          </a:p>
        </p:txBody>
      </p:sp>
      <p:sp>
        <p:nvSpPr>
          <p:cNvPr id="7" name="Marcador de pie de página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8" name="Marcador de encabezado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16DB30B6-91B7-493F-B445-96E1D2848A7B}" type="datetime1">
              <a:rPr lang="es-ES" smtClean="0"/>
              <a:t>19/06/2026</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s-ES"/>
            </a:defPPr>
          </a:lstStyle>
          <a:p>
            <a:pPr rtl="0"/>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A89C7E07-3C67-C64C-8DA0-0404F6303970}" type="slidenum">
              <a:rPr lang="es-ES" smtClean="0"/>
              <a:t>‹Nº›</a:t>
            </a:fld>
            <a:endParaRPr lang="es-E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es-ES" sz="1200" kern="1200">
        <a:solidFill>
          <a:schemeClr val="tx1"/>
        </a:solidFill>
        <a:latin typeface="+mn-lt"/>
        <a:ea typeface="+mn-ea"/>
        <a:cs typeface="+mn-cs"/>
      </a:defRPr>
    </a:lvl1pPr>
    <a:lvl2pPr marL="457200" algn="l" defTabSz="914400" rtl="0" eaLnBrk="1" latinLnBrk="0" hangingPunct="1">
      <a:defRPr lang="es-ES" sz="1200" kern="1200">
        <a:solidFill>
          <a:schemeClr val="tx1"/>
        </a:solidFill>
        <a:latin typeface="+mn-lt"/>
        <a:ea typeface="+mn-ea"/>
        <a:cs typeface="+mn-cs"/>
      </a:defRPr>
    </a:lvl2pPr>
    <a:lvl3pPr marL="914400" algn="l" defTabSz="914400" rtl="0" eaLnBrk="1" latinLnBrk="0" hangingPunct="1">
      <a:defRPr lang="es-ES" sz="1200" kern="1200">
        <a:solidFill>
          <a:schemeClr val="tx1"/>
        </a:solidFill>
        <a:latin typeface="+mn-lt"/>
        <a:ea typeface="+mn-ea"/>
        <a:cs typeface="+mn-cs"/>
      </a:defRPr>
    </a:lvl3pPr>
    <a:lvl4pPr marL="1371600" algn="l" defTabSz="914400" rtl="0" eaLnBrk="1" latinLnBrk="0" hangingPunct="1">
      <a:defRPr lang="es-ES" sz="1200" kern="1200">
        <a:solidFill>
          <a:schemeClr val="tx1"/>
        </a:solidFill>
        <a:latin typeface="+mn-lt"/>
        <a:ea typeface="+mn-ea"/>
        <a:cs typeface="+mn-cs"/>
      </a:defRPr>
    </a:lvl4pPr>
    <a:lvl5pPr marL="1828800" algn="l" defTabSz="914400" rtl="0" eaLnBrk="1" latinLnBrk="0" hangingPunct="1">
      <a:defRPr lang="es-ES" sz="1200" kern="1200">
        <a:solidFill>
          <a:schemeClr val="tx1"/>
        </a:solidFill>
        <a:latin typeface="+mn-lt"/>
        <a:ea typeface="+mn-ea"/>
        <a:cs typeface="+mn-cs"/>
      </a:defRPr>
    </a:lvl5pPr>
    <a:lvl6pPr marL="2286000" algn="l" defTabSz="914400" rtl="0" eaLnBrk="1" latinLnBrk="0" hangingPunct="1">
      <a:defRPr lang="es-ES" sz="1200" kern="1200">
        <a:solidFill>
          <a:schemeClr val="tx1"/>
        </a:solidFill>
        <a:latin typeface="+mn-lt"/>
        <a:ea typeface="+mn-ea"/>
        <a:cs typeface="+mn-cs"/>
      </a:defRPr>
    </a:lvl6pPr>
    <a:lvl7pPr marL="2743200" algn="l" defTabSz="914400" rtl="0" eaLnBrk="1" latinLnBrk="0" hangingPunct="1">
      <a:defRPr lang="es-ES" sz="1200" kern="1200">
        <a:solidFill>
          <a:schemeClr val="tx1"/>
        </a:solidFill>
        <a:latin typeface="+mn-lt"/>
        <a:ea typeface="+mn-ea"/>
        <a:cs typeface="+mn-cs"/>
      </a:defRPr>
    </a:lvl7pPr>
    <a:lvl8pPr marL="3200400" algn="l" defTabSz="914400" rtl="0" eaLnBrk="1" latinLnBrk="0" hangingPunct="1">
      <a:defRPr lang="es-ES" sz="1200" kern="1200">
        <a:solidFill>
          <a:schemeClr val="tx1"/>
        </a:solidFill>
        <a:latin typeface="+mn-lt"/>
        <a:ea typeface="+mn-ea"/>
        <a:cs typeface="+mn-cs"/>
      </a:defRPr>
    </a:lvl8pPr>
    <a:lvl9pPr marL="3657600" algn="l" defTabSz="914400" rtl="0" eaLnBrk="1" latinLnBrk="0" hangingPunct="1">
      <a:defRPr lang="es-ES"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1</a:t>
            </a:fld>
            <a:endParaRPr lang="es-E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2</a:t>
            </a:fld>
            <a:endParaRPr lang="es-ES"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3</a:t>
            </a:fld>
            <a:endParaRPr lang="es-ES" dirty="0"/>
          </a:p>
        </p:txBody>
      </p:sp>
    </p:spTree>
    <p:extLst>
      <p:ext uri="{BB962C8B-B14F-4D97-AF65-F5344CB8AC3E}">
        <p14:creationId xmlns:p14="http://schemas.microsoft.com/office/powerpoint/2010/main" val="3908276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4</a:t>
            </a:fld>
            <a:endParaRPr lang="es-ES" dirty="0"/>
          </a:p>
        </p:txBody>
      </p:sp>
    </p:spTree>
    <p:extLst>
      <p:ext uri="{BB962C8B-B14F-4D97-AF65-F5344CB8AC3E}">
        <p14:creationId xmlns:p14="http://schemas.microsoft.com/office/powerpoint/2010/main" val="2386183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5</a:t>
            </a:fld>
            <a:endParaRPr lang="es-ES" dirty="0"/>
          </a:p>
        </p:txBody>
      </p:sp>
    </p:spTree>
    <p:extLst>
      <p:ext uri="{BB962C8B-B14F-4D97-AF65-F5344CB8AC3E}">
        <p14:creationId xmlns:p14="http://schemas.microsoft.com/office/powerpoint/2010/main" val="29947593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6</a:t>
            </a:fld>
            <a:endParaRPr lang="es-ES" dirty="0"/>
          </a:p>
        </p:txBody>
      </p:sp>
    </p:spTree>
    <p:extLst>
      <p:ext uri="{BB962C8B-B14F-4D97-AF65-F5344CB8AC3E}">
        <p14:creationId xmlns:p14="http://schemas.microsoft.com/office/powerpoint/2010/main" val="634596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30522-F99C-49B4-6BCD-3F14A90A3B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663379-C8E4-67E5-D916-FE3635E8FE6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8174FC7-39B1-55F1-FEE7-954179051799}"/>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0EC401FC-41E9-8C61-EE19-4C06C45C8D1F}"/>
              </a:ext>
            </a:extLst>
          </p:cNvPr>
          <p:cNvSpPr>
            <a:spLocks noGrp="1"/>
          </p:cNvSpPr>
          <p:nvPr>
            <p:ph type="sldNum" sz="quarter" idx="5"/>
          </p:nvPr>
        </p:nvSpPr>
        <p:spPr/>
        <p:txBody>
          <a:bodyPr rtlCol="0"/>
          <a:lstStyle>
            <a:defPPr>
              <a:defRPr lang="es-ES"/>
            </a:defPPr>
          </a:lstStyle>
          <a:p>
            <a:pPr rtl="0"/>
            <a:fld id="{A89C7E07-3C67-C64C-8DA0-0404F6303970}" type="slidenum">
              <a:rPr lang="es-ES" smtClean="0"/>
              <a:t>7</a:t>
            </a:fld>
            <a:endParaRPr lang="es-ES" dirty="0"/>
          </a:p>
        </p:txBody>
      </p:sp>
    </p:spTree>
    <p:extLst>
      <p:ext uri="{BB962C8B-B14F-4D97-AF65-F5344CB8AC3E}">
        <p14:creationId xmlns:p14="http://schemas.microsoft.com/office/powerpoint/2010/main" val="1967124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8</a:t>
            </a:fld>
            <a:endParaRPr lang="es-ES" dirty="0"/>
          </a:p>
        </p:txBody>
      </p:sp>
    </p:spTree>
    <p:extLst>
      <p:ext uri="{BB962C8B-B14F-4D97-AF65-F5344CB8AC3E}">
        <p14:creationId xmlns:p14="http://schemas.microsoft.com/office/powerpoint/2010/main" val="501160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10</a:t>
            </a:fld>
            <a:endParaRPr lang="es-E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1">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rtlCol="0" anchor="b">
            <a:noAutofit/>
          </a:bodyPr>
          <a:lstStyle>
            <a:lvl1pPr algn="l">
              <a:lnSpc>
                <a:spcPct val="80000"/>
              </a:lnSpc>
              <a:defRPr lang="es-ES" sz="6000" b="1" i="0" spc="100" baseline="0">
                <a:solidFill>
                  <a:schemeClr val="bg1"/>
                </a:solidFill>
                <a:latin typeface="+mj-lt"/>
              </a:defRPr>
            </a:lvl1pPr>
          </a:lstStyle>
          <a:p>
            <a:pPr rtl="0"/>
            <a:r>
              <a:rPr lang="es-ES"/>
              <a:t>Haga clic para agregar un título </a:t>
            </a:r>
          </a:p>
        </p:txBody>
      </p:sp>
      <p:grpSp>
        <p:nvGrpSpPr>
          <p:cNvPr id="9" name="Gru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cxnSp>
        <p:nvCxnSpPr>
          <p:cNvPr id="13" name="Conector recto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noProof="0" dirty="0"/>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noProof="0" dirty="0"/>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noProof="0" dirty="0"/>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defPPr>
                <a:defRPr lang="es-ES"/>
              </a:defPPr>
            </a:lstStyle>
            <a:p>
              <a:pPr rtl="0"/>
              <a:endParaRPr lang="es-ES" noProof="0" dirty="0"/>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noProof="0" dirty="0"/>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rtlCol="0" anchor="b" anchorCtr="0">
            <a:noAutofit/>
          </a:bodyPr>
          <a:lstStyle>
            <a:lvl1pPr>
              <a:defRPr lang="es-ES" sz="4400" b="1" i="0" spc="50" baseline="0">
                <a:latin typeface="+mj-lt"/>
              </a:defRPr>
            </a:lvl1pPr>
          </a:lstStyle>
          <a:p>
            <a:pPr rtl="0"/>
            <a:r>
              <a:rPr lang="es-ES" noProof="0" dirty="0"/>
              <a:t>Haga clic para agregar un título </a:t>
            </a:r>
          </a:p>
        </p:txBody>
      </p:sp>
      <p:sp>
        <p:nvSpPr>
          <p:cNvPr id="2" name="Marcador de contenido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rtlCol="0">
            <a:normAutofit/>
          </a:bodyPr>
          <a:lstStyle>
            <a:lvl1pPr marL="283464" indent="-283464">
              <a:lnSpc>
                <a:spcPct val="80000"/>
              </a:lnSpc>
              <a:spcBef>
                <a:spcPts val="2200"/>
              </a:spcBef>
              <a:buFont typeface="Arial" panose="020B0604020202020204" pitchFamily="34" charset="0"/>
              <a:buChar char="•"/>
              <a:defRPr lang="es-ES" sz="2400" b="1" i="0" kern="1200" dirty="0">
                <a:solidFill>
                  <a:schemeClr val="tx2">
                    <a:lumMod val="75000"/>
                  </a:schemeClr>
                </a:solidFill>
                <a:latin typeface="+mn-lt"/>
                <a:ea typeface="+mn-ea"/>
                <a:cs typeface="+mn-cs"/>
              </a:defRPr>
            </a:lvl1pPr>
            <a:lvl2pPr indent="-283464">
              <a:spcBef>
                <a:spcPts val="600"/>
              </a:spcBef>
              <a:defRPr lang="es-ES" sz="2000"/>
            </a:lvl2pPr>
            <a:lvl3pPr indent="-283464">
              <a:spcBef>
                <a:spcPts val="1800"/>
              </a:spcBef>
              <a:defRPr lang="es-ES" sz="2000"/>
            </a:lvl3pPr>
            <a:lvl4pPr indent="-283464">
              <a:spcBef>
                <a:spcPts val="1800"/>
              </a:spcBef>
              <a:defRPr lang="es-ES" sz="2000"/>
            </a:lvl4pPr>
            <a:lvl5pPr indent="-283464">
              <a:spcBef>
                <a:spcPts val="1800"/>
              </a:spcBef>
              <a:defRPr lang="es-ES" sz="2000"/>
            </a:lvl5pPr>
          </a:lstStyle>
          <a:p>
            <a:pPr lvl="0" rtl="0"/>
            <a:r>
              <a:rPr lang="es-ES" noProof="0" dirty="0"/>
              <a:t>Haga clic para agregar contenido</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3" name="Marcador de número de diapositiva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rtlCol="0"/>
          <a:lstStyle>
            <a:defPPr>
              <a:defRPr lang="es-ES"/>
            </a:defPPr>
          </a:lstStyle>
          <a:p>
            <a:pPr rtl="0"/>
            <a:fld id="{294A09A9-5501-47C1-A89A-A340965A2BE2}" type="slidenum">
              <a:rPr lang="es-ES" noProof="0" smtClean="0"/>
              <a:pPr rtl="0"/>
              <a:t>‹Nº›</a:t>
            </a:fld>
            <a:endParaRPr lang="es-ES" noProof="0" dirty="0"/>
          </a:p>
        </p:txBody>
      </p:sp>
      <p:sp>
        <p:nvSpPr>
          <p:cNvPr id="42" name="Marcador de fecha 41">
            <a:extLst>
              <a:ext uri="{FF2B5EF4-FFF2-40B4-BE49-F238E27FC236}">
                <a16:creationId xmlns:a16="http://schemas.microsoft.com/office/drawing/2014/main" id="{29CE2856-DB8F-5603-C085-74C70560FAC8}"/>
              </a:ext>
            </a:extLst>
          </p:cNvPr>
          <p:cNvSpPr>
            <a:spLocks noGrp="1"/>
          </p:cNvSpPr>
          <p:nvPr>
            <p:ph type="dt" sz="half" idx="25"/>
          </p:nvPr>
        </p:nvSpPr>
        <p:spPr/>
        <p:txBody>
          <a:bodyPr rtlCol="0"/>
          <a:lstStyle>
            <a:defPPr>
              <a:defRPr lang="es-ES"/>
            </a:defPPr>
          </a:lstStyle>
          <a:p>
            <a:pPr rtl="0"/>
            <a:endParaRPr lang="es-ES" noProof="0" dirty="0">
              <a:latin typeface="+mn-lt"/>
            </a:endParaRPr>
          </a:p>
        </p:txBody>
      </p:sp>
      <p:cxnSp>
        <p:nvCxnSpPr>
          <p:cNvPr id="4" name="Conector recto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de sección">
    <p:bg>
      <p:bgPr>
        <a:solidFill>
          <a:schemeClr val="accent3"/>
        </a:solidFill>
        <a:effectLst/>
      </p:bgPr>
    </p:bg>
    <p:spTree>
      <p:nvGrpSpPr>
        <p:cNvPr id="1" name=""/>
        <p:cNvGrpSpPr/>
        <p:nvPr/>
      </p:nvGrpSpPr>
      <p:grpSpPr>
        <a:xfrm>
          <a:off x="0" y="0"/>
          <a:ext cx="0" cy="0"/>
          <a:chOff x="0" y="0"/>
          <a:chExt cx="0" cy="0"/>
        </a:xfrm>
      </p:grpSpPr>
      <p:sp>
        <p:nvSpPr>
          <p:cNvPr id="4" name="Marcador de posición de imagen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rtlCol="0">
            <a:noAutofit/>
          </a:bodyPr>
          <a:lstStyle>
            <a:lvl1pPr marL="0" indent="0" algn="ctr">
              <a:buNone/>
              <a:defRPr lang="es-ES" sz="2000">
                <a:solidFill>
                  <a:schemeClr val="tx1"/>
                </a:solidFill>
              </a:defRPr>
            </a:lvl1pPr>
          </a:lstStyle>
          <a:p>
            <a:pPr rtl="0"/>
            <a:r>
              <a:rPr lang="es-ES"/>
              <a:t>Haga clic en el icono para agregar una imagen</a:t>
            </a:r>
          </a:p>
        </p:txBody>
      </p:sp>
      <p:sp>
        <p:nvSpPr>
          <p:cNvPr id="18" name="Título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rtlCol="0" anchor="b" anchorCtr="0">
            <a:noAutofit/>
          </a:bodyPr>
          <a:lstStyle>
            <a:lvl1pPr>
              <a:defRPr lang="es-ES" sz="6000" b="1" i="0" baseline="0">
                <a:solidFill>
                  <a:schemeClr val="tx1"/>
                </a:solidFill>
                <a:latin typeface="+mj-lt"/>
              </a:defRPr>
            </a:lvl1pPr>
          </a:lstStyle>
          <a:p>
            <a:pPr rtl="0"/>
            <a:r>
              <a:rPr lang="es-ES"/>
              <a:t>Haga clic para agregar un título </a:t>
            </a:r>
          </a:p>
        </p:txBody>
      </p:sp>
      <p:sp>
        <p:nvSpPr>
          <p:cNvPr id="7" name="Rectángulo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2">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rtlCol="0" anchor="b">
            <a:noAutofit/>
          </a:bodyPr>
          <a:lstStyle>
            <a:lvl1pPr algn="l">
              <a:lnSpc>
                <a:spcPct val="80000"/>
              </a:lnSpc>
              <a:defRPr lang="es-ES" sz="6000" b="1" i="0" spc="100" baseline="0">
                <a:solidFill>
                  <a:schemeClr val="bg1"/>
                </a:solidFill>
                <a:latin typeface="+mj-lt"/>
              </a:defRPr>
            </a:lvl1pPr>
          </a:lstStyle>
          <a:p>
            <a:pPr rtl="0"/>
            <a:r>
              <a:rPr lang="es-ES"/>
              <a:t>Haga clic para agregar un título </a:t>
            </a:r>
          </a:p>
        </p:txBody>
      </p:sp>
      <p:sp>
        <p:nvSpPr>
          <p:cNvPr id="6" name="Marcador de posición de imagen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rtlCol="0">
            <a:normAutofit/>
          </a:bodyPr>
          <a:lstStyle>
            <a:lvl1pPr marL="0" indent="0" algn="ctr">
              <a:buNone/>
              <a:defRPr lang="es-ES" sz="2000"/>
            </a:lvl1pPr>
          </a:lstStyle>
          <a:p>
            <a:pPr rtl="0"/>
            <a:r>
              <a:rPr lang="es-ES"/>
              <a:t>Haga clic en el icono para agregar una imagen</a:t>
            </a:r>
          </a:p>
        </p:txBody>
      </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rtlCol="0">
            <a:noAutofit/>
          </a:bodyPr>
          <a:lstStyle>
            <a:lvl1pPr marL="0" indent="0">
              <a:buNone/>
              <a:defRPr lang="es-ES" sz="2400" b="1" i="0">
                <a:solidFill>
                  <a:schemeClr val="tx2">
                    <a:lumMod val="75000"/>
                  </a:schemeClr>
                </a:solidFill>
                <a:latin typeface="+mn-lt"/>
              </a:defRPr>
            </a:lvl1pPr>
            <a:lvl2pPr>
              <a:defRPr lang="es-ES" sz="4000"/>
            </a:lvl2pPr>
            <a:lvl3pPr>
              <a:defRPr lang="es-ES" sz="4000"/>
            </a:lvl3pPr>
            <a:lvl4pPr>
              <a:defRPr lang="es-ES" sz="4000"/>
            </a:lvl4pPr>
            <a:lvl5pPr>
              <a:defRPr lang="es-ES" sz="4000"/>
            </a:lvl5pPr>
          </a:lstStyle>
          <a:p>
            <a:pPr lvl="0" rtl="0"/>
            <a:r>
              <a:rPr lang="es-ES"/>
              <a:t>Haga clic para agregar texto</a:t>
            </a:r>
          </a:p>
        </p:txBody>
      </p:sp>
      <p:cxnSp>
        <p:nvCxnSpPr>
          <p:cNvPr id="7" name="Conector recto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sumen 2">
    <p:bg>
      <p:bgPr>
        <a:solidFill>
          <a:schemeClr val="tx1"/>
        </a:solidFill>
        <a:effectLst/>
      </p:bgPr>
    </p:bg>
    <p:spTree>
      <p:nvGrpSpPr>
        <p:cNvPr id="1" name=""/>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upo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orma libre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2" name="Forma libre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3" name="Forma libre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rtlCol="0" anchor="b" anchorCtr="0">
            <a:noAutofit/>
          </a:bodyPr>
          <a:lstStyle>
            <a:lvl1pPr>
              <a:defRPr lang="es-ES" sz="4400" b="1" i="0">
                <a:latin typeface="+mj-lt"/>
              </a:defRPr>
            </a:lvl1pPr>
          </a:lstStyle>
          <a:p>
            <a:pPr rtl="0"/>
            <a:r>
              <a:rPr lang="es-ES"/>
              <a:t>Haga clic para agregar un título </a:t>
            </a:r>
          </a:p>
        </p:txBody>
      </p:sp>
      <p:sp>
        <p:nvSpPr>
          <p:cNvPr id="2" name="Marcador de contenido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rtlCol="0">
            <a:normAutofit/>
          </a:bodyPr>
          <a:lstStyle>
            <a:lvl1pPr marL="283464" indent="-283464">
              <a:spcBef>
                <a:spcPts val="1800"/>
              </a:spcBef>
              <a:buFont typeface="Arial" panose="020B0604020202020204" pitchFamily="34" charset="0"/>
              <a:buChar char="•"/>
              <a:defRPr lang="es-ES" sz="2000"/>
            </a:lvl1pPr>
            <a:lvl2pPr indent="-283464">
              <a:spcBef>
                <a:spcPts val="1800"/>
              </a:spcBef>
              <a:defRPr lang="es-ES" sz="2000"/>
            </a:lvl2pPr>
            <a:lvl3pPr indent="-283464">
              <a:spcBef>
                <a:spcPts val="1800"/>
              </a:spcBef>
              <a:defRPr lang="es-ES" sz="2000"/>
            </a:lvl3pPr>
            <a:lvl4pPr indent="-283464">
              <a:spcBef>
                <a:spcPts val="1800"/>
              </a:spcBef>
              <a:defRPr lang="es-ES" sz="2000"/>
            </a:lvl4pPr>
            <a:lvl5pPr indent="-283464">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8" name="Marcador de número de diapositiva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
        <p:nvSpPr>
          <p:cNvPr id="5" name="Marcador de fecha 4">
            <a:extLst>
              <a:ext uri="{FF2B5EF4-FFF2-40B4-BE49-F238E27FC236}">
                <a16:creationId xmlns:a16="http://schemas.microsoft.com/office/drawing/2014/main" id="{E9272B8D-F380-9F1A-C8E6-BDD2352B1763}"/>
              </a:ext>
            </a:extLst>
          </p:cNvPr>
          <p:cNvSpPr>
            <a:spLocks noGrp="1"/>
          </p:cNvSpPr>
          <p:nvPr>
            <p:ph type="dt" sz="half" idx="21"/>
          </p:nvPr>
        </p:nvSpPr>
        <p:spPr/>
        <p:txBody>
          <a:bodyPr rtlCol="0"/>
          <a:lstStyle>
            <a:defPPr>
              <a:defRPr lang="es-ES"/>
            </a:defPPr>
          </a:lstStyle>
          <a:p>
            <a:pPr rtl="0"/>
            <a:endParaRPr lang="es-E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rtlCol="0" anchor="b">
            <a:noAutofit/>
          </a:bodyPr>
          <a:lstStyle>
            <a:lvl1pPr algn="l">
              <a:lnSpc>
                <a:spcPct val="80000"/>
              </a:lnSpc>
              <a:defRPr lang="es-ES" sz="6000" b="1" i="0" spc="100" baseline="0">
                <a:solidFill>
                  <a:schemeClr val="bg1"/>
                </a:solidFill>
                <a:latin typeface="+mj-lt"/>
              </a:defRPr>
            </a:lvl1pPr>
          </a:lstStyle>
          <a:p>
            <a:pPr rtl="0"/>
            <a:r>
              <a:rPr lang="es-ES"/>
              <a:t>Haga clic para agregar un título </a:t>
            </a:r>
          </a:p>
        </p:txBody>
      </p:sp>
      <p:grpSp>
        <p:nvGrpSpPr>
          <p:cNvPr id="9" name="Gru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cxnSp>
        <p:nvCxnSpPr>
          <p:cNvPr id="13" name="Conector recto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rtlCol="0">
            <a:noAutofit/>
          </a:bodyPr>
          <a:lstStyle>
            <a:lvl1pPr marL="0" indent="0">
              <a:buNone/>
              <a:defRPr lang="es-ES" sz="2400" b="1" i="0">
                <a:solidFill>
                  <a:schemeClr val="tx2">
                    <a:lumMod val="75000"/>
                  </a:schemeClr>
                </a:solidFill>
                <a:latin typeface="+mn-lt"/>
              </a:defRPr>
            </a:lvl1pPr>
            <a:lvl2pPr>
              <a:defRPr lang="es-ES" sz="4000"/>
            </a:lvl2pPr>
            <a:lvl3pPr>
              <a:defRPr lang="es-ES" sz="4000"/>
            </a:lvl3pPr>
            <a:lvl4pPr>
              <a:defRPr lang="es-ES" sz="4000"/>
            </a:lvl4pPr>
            <a:lvl5pPr>
              <a:defRPr lang="es-ES" sz="4000"/>
            </a:lvl5pPr>
          </a:lstStyle>
          <a:p>
            <a:pPr lvl="0" rtl="0"/>
            <a:r>
              <a:rPr lang="es-ES"/>
              <a:t>Haga clic para agregar texto</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ítulo y dos contenidos 2">
    <p:bg>
      <p:bgPr>
        <a:solidFill>
          <a:schemeClr val="tx1"/>
        </a:solidFill>
        <a:effectLst/>
      </p:bgPr>
    </p:bg>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orma libre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3" name="Forma libre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4" name="Forma libre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sp>
        <p:nvSpPr>
          <p:cNvPr id="2" name="Marcador de contenido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rtlCol="0">
            <a:normAutofit/>
          </a:bodyPr>
          <a:lstStyle>
            <a:lvl1pPr marL="0" indent="0">
              <a:spcBef>
                <a:spcPts val="1800"/>
              </a:spcBef>
              <a:buFont typeface="Arial" panose="020B0604020202020204" pitchFamily="34" charset="0"/>
              <a:buNone/>
              <a:defRPr lang="es-ES" sz="2000"/>
            </a:lvl1pPr>
            <a:lvl2pPr marL="283464" indent="-283464">
              <a:spcBef>
                <a:spcPts val="1800"/>
              </a:spcBef>
              <a:defRPr lang="es-ES" sz="2000"/>
            </a:lvl2pPr>
            <a:lvl3pPr marL="594360" indent="-283464">
              <a:spcBef>
                <a:spcPts val="1800"/>
              </a:spcBef>
              <a:defRPr lang="es-ES" sz="2000"/>
            </a:lvl3pPr>
            <a:lvl4pPr marL="822960" indent="-283464">
              <a:spcBef>
                <a:spcPts val="1800"/>
              </a:spcBef>
              <a:defRPr lang="es-ES" sz="2000"/>
            </a:lvl4pPr>
            <a:lvl5pPr marL="1005840" indent="-283464">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3" name="Marcador de contenido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rtlCol="0">
            <a:normAutofit/>
          </a:bodyPr>
          <a:lstStyle>
            <a:lvl1pPr marL="0" indent="0">
              <a:spcBef>
                <a:spcPts val="1800"/>
              </a:spcBef>
              <a:buFont typeface="Arial" panose="020B0604020202020204" pitchFamily="34" charset="0"/>
              <a:buNone/>
              <a:defRPr lang="es-ES" sz="2000"/>
            </a:lvl1pPr>
            <a:lvl2pPr marL="283464" indent="-283464">
              <a:spcBef>
                <a:spcPts val="1800"/>
              </a:spcBef>
              <a:defRPr lang="es-ES" sz="2000"/>
            </a:lvl2pPr>
            <a:lvl3pPr marL="548640" indent="-283464">
              <a:spcBef>
                <a:spcPts val="1800"/>
              </a:spcBef>
              <a:defRPr lang="es-ES" sz="2000"/>
            </a:lvl3pPr>
            <a:lvl4pPr marL="822960" indent="-283464">
              <a:spcBef>
                <a:spcPts val="1800"/>
              </a:spcBef>
              <a:defRPr lang="es-ES" sz="2000"/>
            </a:lvl4pPr>
            <a:lvl5pPr marL="1005840" indent="-283464">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ítulo y contenido ">
    <p:bg>
      <p:bgPr>
        <a:solidFill>
          <a:schemeClr val="tx1"/>
        </a:solidFill>
        <a:effectLst/>
      </p:bgPr>
    </p:bg>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forma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3" name="Forma libre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4" name="Forma libre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8" name="Forma libre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defPPr>
                <a:defRPr lang="es-ES"/>
              </a:defPPr>
            </a:lstStyle>
            <a:p>
              <a:pPr rtl="0"/>
              <a:endParaRPr lang="es-ES" dirty="0"/>
            </a:p>
          </p:txBody>
        </p:sp>
        <p:sp>
          <p:nvSpPr>
            <p:cNvPr id="19" name="Forma libre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Marcador de contenid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rtlCol="0">
            <a:normAutofit/>
          </a:bodyPr>
          <a:lstStyle>
            <a:lvl1pPr marL="457200" indent="-457200">
              <a:spcBef>
                <a:spcPts val="1800"/>
              </a:spcBef>
              <a:buFont typeface="+mj-lt"/>
              <a:buAutoNum type="arabicPeriod"/>
              <a:defRPr lang="es-ES" sz="2000"/>
            </a:lvl1pPr>
            <a:lvl2pPr marL="914400" indent="-457200">
              <a:spcBef>
                <a:spcPts val="1800"/>
              </a:spcBef>
              <a:buFont typeface="+mj-lt"/>
              <a:buAutoNum type="alphaLcPeriod"/>
              <a:defRPr lang="es-ES" sz="2000"/>
            </a:lvl2pPr>
            <a:lvl3pPr marL="1371600" indent="-457200">
              <a:spcBef>
                <a:spcPts val="1800"/>
              </a:spcBef>
              <a:buFont typeface="+mj-lt"/>
              <a:buAutoNum type="arabicParenR"/>
              <a:defRPr lang="es-ES" sz="2000"/>
            </a:lvl3pPr>
            <a:lvl4pPr marL="1371600" indent="0">
              <a:spcBef>
                <a:spcPts val="1800"/>
              </a:spcBef>
              <a:buFont typeface="+mj-lt"/>
              <a:buNone/>
              <a:defRPr lang="es-ES" sz="2000"/>
            </a:lvl4pPr>
            <a:lvl5pPr marL="2286000" indent="-457200">
              <a:spcBef>
                <a:spcPts val="1800"/>
              </a:spcBef>
              <a:buFont typeface="+mj-lt"/>
              <a:buAutoNum type="arabicPeriod"/>
              <a:defRPr lang="es-ES" sz="2000"/>
            </a:lvl5pPr>
          </a:lstStyle>
          <a:p>
            <a:pPr lvl="0" rtl="0"/>
            <a:r>
              <a:rPr lang="es-ES"/>
              <a:t>Haga clic para agregar contenido</a:t>
            </a:r>
          </a:p>
          <a:p>
            <a:pPr lvl="1" rtl="0"/>
            <a:r>
              <a:rPr lang="es-ES"/>
              <a:t>Segundo nivel</a:t>
            </a:r>
          </a:p>
          <a:p>
            <a:pPr lvl="2" rtl="0"/>
            <a:r>
              <a:rPr lang="es-ES"/>
              <a:t>Tercer nivel</a:t>
            </a:r>
          </a:p>
          <a:p>
            <a:pPr lvl="3" rtl="0"/>
            <a:endParaRPr lang="es-ES" dirty="0"/>
          </a:p>
        </p:txBody>
      </p:sp>
      <p:sp>
        <p:nvSpPr>
          <p:cNvPr id="2" name="Marcador de contenido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rtlCol="0">
            <a:normAutofit/>
          </a:bodyPr>
          <a:lstStyle>
            <a:lvl1pPr marL="0" indent="0">
              <a:spcBef>
                <a:spcPts val="1800"/>
              </a:spcBef>
              <a:buFont typeface="Arial" panose="020B0604020202020204" pitchFamily="34" charset="0"/>
              <a:buNone/>
              <a:defRPr lang="es-ES" sz="2000"/>
            </a:lvl1pPr>
            <a:lvl2pPr marL="283464" indent="-283464">
              <a:spcBef>
                <a:spcPts val="1800"/>
              </a:spcBef>
              <a:defRPr lang="es-ES" sz="2000"/>
            </a:lvl2pPr>
            <a:lvl3pPr marL="548640" indent="-283464">
              <a:spcBef>
                <a:spcPts val="1800"/>
              </a:spcBef>
              <a:defRPr lang="es-ES" sz="2000"/>
            </a:lvl3pPr>
            <a:lvl4pPr marL="822960" indent="-283464">
              <a:spcBef>
                <a:spcPts val="1800"/>
              </a:spcBef>
              <a:defRPr lang="es-ES" sz="2000"/>
            </a:lvl4pPr>
            <a:lvl5pPr marL="1005840" indent="-283464">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ido e imagen del título">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sp>
        <p:nvSpPr>
          <p:cNvPr id="3" name="Marcador de contenido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rtlCol="0">
            <a:normAutofit/>
          </a:bodyPr>
          <a:lstStyle>
            <a:lvl1pPr marL="0" indent="0">
              <a:spcBef>
                <a:spcPts val="1800"/>
              </a:spcBef>
              <a:buFont typeface="Arial" panose="020B0604020202020204" pitchFamily="34" charset="0"/>
              <a:buNone/>
              <a:defRPr lang="es-ES" sz="2000"/>
            </a:lvl1pPr>
            <a:lvl2pPr indent="-283464">
              <a:spcBef>
                <a:spcPts val="1800"/>
              </a:spcBef>
              <a:defRPr lang="es-ES" sz="2000"/>
            </a:lvl2pPr>
            <a:lvl3pPr indent="-283464">
              <a:spcBef>
                <a:spcPts val="1800"/>
              </a:spcBef>
              <a:defRPr lang="es-ES" sz="2000"/>
            </a:lvl3pPr>
            <a:lvl4pPr indent="-283464">
              <a:spcBef>
                <a:spcPts val="1800"/>
              </a:spcBef>
              <a:defRPr lang="es-ES" sz="2000"/>
            </a:lvl4pPr>
            <a:lvl5pPr indent="-283464">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Marcador de posición de imagen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rtlCol="0">
            <a:normAutofit/>
          </a:bodyPr>
          <a:lstStyle>
            <a:lvl1pPr marL="0" indent="0" algn="ctr">
              <a:buNone/>
              <a:defRPr lang="es-ES" sz="2000">
                <a:solidFill>
                  <a:schemeClr val="bg1"/>
                </a:solidFill>
              </a:defRPr>
            </a:lvl1pPr>
          </a:lstStyle>
          <a:p>
            <a:pPr rtl="0"/>
            <a:r>
              <a:rPr lang="es-ES"/>
              <a:t>Haga clic en el icono para agregar una imagen</a:t>
            </a: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ido y tabla del título">
    <p:bg>
      <p:bgPr>
        <a:solidFill>
          <a:schemeClr val="tx1"/>
        </a:solidFill>
        <a:effectLst/>
      </p:bgPr>
    </p:bg>
    <p:spTree>
      <p:nvGrpSpPr>
        <p:cNvPr id="1" name=""/>
        <p:cNvGrpSpPr/>
        <p:nvPr/>
      </p:nvGrpSpPr>
      <p:grpSpPr>
        <a:xfrm>
          <a:off x="0" y="0"/>
          <a:ext cx="0" cy="0"/>
          <a:chOff x="0" y="0"/>
          <a:chExt cx="0" cy="0"/>
        </a:xfrm>
      </p:grpSpPr>
      <p:grpSp>
        <p:nvGrpSpPr>
          <p:cNvPr id="5" name="Grupo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orma libre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5" name="Forma libre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7" name="Forma libre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Marcador de contenid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rtlCol="0">
            <a:normAutofit/>
          </a:bodyPr>
          <a:lstStyle>
            <a:lvl1pPr marL="0" indent="0">
              <a:spcBef>
                <a:spcPts val="1800"/>
              </a:spcBef>
              <a:buFont typeface="Arial" panose="020B0604020202020204" pitchFamily="34" charset="0"/>
              <a:buNone/>
              <a:defRPr lang="es-ES" sz="2000"/>
            </a:lvl1pPr>
            <a:lvl2pPr marL="457200" indent="0">
              <a:spcBef>
                <a:spcPts val="1800"/>
              </a:spcBef>
              <a:buNone/>
              <a:defRPr lang="es-ES" sz="2000"/>
            </a:lvl2pPr>
            <a:lvl3pPr marL="914400" indent="0">
              <a:spcBef>
                <a:spcPts val="1800"/>
              </a:spcBef>
              <a:buNone/>
              <a:defRPr lang="es-ES" sz="2000"/>
            </a:lvl3pPr>
            <a:lvl4pPr marL="1371600" indent="0">
              <a:spcBef>
                <a:spcPts val="1800"/>
              </a:spcBef>
              <a:buNone/>
              <a:defRPr lang="es-ES" sz="2000"/>
            </a:lvl4pPr>
            <a:lvl5pPr marL="1828800" indent="0">
              <a:spcBef>
                <a:spcPts val="1800"/>
              </a:spcBef>
              <a:buNone/>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6" name="Marcador de contenido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rtlCol="0">
            <a:normAutofit/>
          </a:bodyPr>
          <a:lstStyle>
            <a:lvl1pPr marL="0" indent="0">
              <a:spcBef>
                <a:spcPts val="1800"/>
              </a:spcBef>
              <a:buNone/>
              <a:defRPr lang="es-ES" sz="2000"/>
            </a:lvl1pPr>
            <a:lvl2pPr>
              <a:spcBef>
                <a:spcPts val="600"/>
              </a:spcBef>
              <a:defRPr lang="es-ES" sz="2000"/>
            </a:lvl2pPr>
            <a:lvl3pPr>
              <a:spcBef>
                <a:spcPts val="1800"/>
              </a:spcBef>
              <a:defRPr lang="es-ES" sz="2000"/>
            </a:lvl3pPr>
            <a:lvl4pPr>
              <a:spcBef>
                <a:spcPts val="1800"/>
              </a:spcBef>
              <a:defRPr lang="es-ES" sz="2000"/>
            </a:lvl4pPr>
            <a:lvl5pPr>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y dos contenidos">
    <p:bg>
      <p:bgPr>
        <a:solidFill>
          <a:schemeClr val="tx1"/>
        </a:solidFill>
        <a:effectLst/>
      </p:bgPr>
    </p:bg>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orma libre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3" name="Forma libre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4" name="Forma libre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Marcador de contenido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rtlCol="0">
            <a:normAutofit/>
          </a:bodyPr>
          <a:lstStyle>
            <a:lvl1pPr marL="0" indent="0">
              <a:spcBef>
                <a:spcPts val="1800"/>
              </a:spcBef>
              <a:buNone/>
              <a:defRPr lang="es-ES" sz="2000"/>
            </a:lvl1pPr>
            <a:lvl2pPr>
              <a:spcBef>
                <a:spcPts val="600"/>
              </a:spcBef>
              <a:defRPr lang="es-ES" sz="2000"/>
            </a:lvl2pPr>
            <a:lvl3pPr>
              <a:spcBef>
                <a:spcPts val="1800"/>
              </a:spcBef>
              <a:defRPr lang="es-ES" sz="2000"/>
            </a:lvl3pPr>
            <a:lvl4pPr>
              <a:spcBef>
                <a:spcPts val="1800"/>
              </a:spcBef>
              <a:defRPr lang="es-ES" sz="2000"/>
            </a:lvl4pPr>
            <a:lvl5pPr>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7" name="Marcador de contenid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rtlCol="0">
            <a:normAutofit/>
          </a:bodyPr>
          <a:lstStyle>
            <a:lvl1pPr marL="342900" indent="-342900">
              <a:spcBef>
                <a:spcPts val="1800"/>
              </a:spcBef>
              <a:buFont typeface="Arial" panose="020B0604020202020204" pitchFamily="34" charset="0"/>
              <a:buChar char="•"/>
              <a:defRPr lang="es-ES" sz="2000"/>
            </a:lvl1pPr>
            <a:lvl2pPr>
              <a:spcBef>
                <a:spcPts val="1800"/>
              </a:spcBef>
              <a:defRPr lang="es-ES" sz="2000"/>
            </a:lvl2pPr>
            <a:lvl3pPr>
              <a:spcBef>
                <a:spcPts val="1800"/>
              </a:spcBef>
              <a:defRPr lang="es-ES" sz="2000"/>
            </a:lvl3pPr>
            <a:lvl4pPr>
              <a:spcBef>
                <a:spcPts val="1800"/>
              </a:spcBef>
              <a:defRPr lang="es-ES" sz="2000"/>
            </a:lvl4pPr>
            <a:lvl5pPr>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a 2">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sp>
        <p:nvSpPr>
          <p:cNvPr id="9" name="Marcador de posición de la tabla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rtlCol="0">
            <a:noAutofit/>
          </a:bodyPr>
          <a:lstStyle>
            <a:lvl1pPr>
              <a:defRPr lang="es-ES"/>
            </a:lvl1pPr>
          </a:lstStyle>
          <a:p>
            <a:pPr rtl="0"/>
            <a:r>
              <a:rPr lang="es-ES"/>
              <a:t>Haga clic en el icono para agregar una tabla</a:t>
            </a: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ítulo 3">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rtlCol="0" anchor="b">
            <a:noAutofit/>
          </a:bodyPr>
          <a:lstStyle>
            <a:lvl1pPr algn="l">
              <a:lnSpc>
                <a:spcPct val="80000"/>
              </a:lnSpc>
              <a:defRPr lang="es-ES" sz="6000" b="1" i="0" spc="100" baseline="0">
                <a:solidFill>
                  <a:schemeClr val="bg1"/>
                </a:solidFill>
                <a:latin typeface="+mj-lt"/>
              </a:defRPr>
            </a:lvl1pPr>
          </a:lstStyle>
          <a:p>
            <a:pPr rtl="0"/>
            <a:r>
              <a:rPr lang="es-ES"/>
              <a:t>Haga clic para agregar un título </a:t>
            </a:r>
          </a:p>
        </p:txBody>
      </p:sp>
      <p:grpSp>
        <p:nvGrpSpPr>
          <p:cNvPr id="9" name="Gru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rtlCol="0">
            <a:noAutofit/>
          </a:bodyPr>
          <a:lstStyle>
            <a:lvl1pPr marL="0" indent="0">
              <a:buNone/>
              <a:defRPr lang="es-ES" sz="2400" b="1" i="0">
                <a:solidFill>
                  <a:schemeClr val="tx2">
                    <a:lumMod val="75000"/>
                  </a:schemeClr>
                </a:solidFill>
                <a:latin typeface="+mn-lt"/>
              </a:defRPr>
            </a:lvl1pPr>
            <a:lvl2pPr>
              <a:defRPr lang="es-ES" sz="4000"/>
            </a:lvl2pPr>
            <a:lvl3pPr>
              <a:defRPr lang="es-ES" sz="4000"/>
            </a:lvl3pPr>
            <a:lvl4pPr>
              <a:defRPr lang="es-ES" sz="4000"/>
            </a:lvl4pPr>
            <a:lvl5pPr>
              <a:defRPr lang="es-ES" sz="4000"/>
            </a:lvl5pPr>
          </a:lstStyle>
          <a:p>
            <a:pPr lvl="0" rtl="0"/>
            <a:r>
              <a:rPr lang="es-ES"/>
              <a:t>Haga clic para agregar texto</a:t>
            </a:r>
          </a:p>
        </p:txBody>
      </p:sp>
      <p:cxnSp>
        <p:nvCxnSpPr>
          <p:cNvPr id="4" name="Conector recto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defPPr>
              <a:defRPr lang="es-ES"/>
            </a:defPPr>
          </a:lstStyle>
          <a:p>
            <a:pPr rtl="0"/>
            <a:r>
              <a:rPr lang="es-ES"/>
              <a:t>Haga clic para modificar el estilo de título del patrón</a:t>
            </a:r>
          </a:p>
        </p:txBody>
      </p:sp>
      <p:sp>
        <p:nvSpPr>
          <p:cNvPr id="30" name="Marcador de fecha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lang="es-ES" sz="1100" b="0" i="0">
                <a:solidFill>
                  <a:schemeClr val="bg1"/>
                </a:solidFill>
                <a:latin typeface="+mn-lt"/>
              </a:defRPr>
            </a:lvl1pPr>
          </a:lstStyle>
          <a:p>
            <a:pPr rtl="0"/>
            <a:endParaRPr lang="es-ES" dirty="0">
              <a:latin typeface="+mn-lt"/>
            </a:endParaRPr>
          </a:p>
        </p:txBody>
      </p:sp>
      <p:sp>
        <p:nvSpPr>
          <p:cNvPr id="32" name="Marcador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lang="es-ES" sz="1100" b="1" i="0">
                <a:solidFill>
                  <a:schemeClr val="bg1"/>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lang="es-ES" sz="4400" b="1" i="0" kern="1200" spc="100" baseline="0">
          <a:solidFill>
            <a:schemeClr val="bg1"/>
          </a:solidFill>
          <a:latin typeface="+mj-lt"/>
          <a:ea typeface="+mj-ea"/>
          <a:cs typeface="+mj-cs"/>
        </a:defRPr>
      </a:lvl1pPr>
      <a:lvl2pPr eaLnBrk="1" hangingPunct="1">
        <a:defRPr lang="es-ES">
          <a:solidFill>
            <a:schemeClr val="tx2"/>
          </a:solidFill>
        </a:defRPr>
      </a:lvl2pPr>
      <a:lvl3pPr eaLnBrk="1" hangingPunct="1">
        <a:defRPr lang="es-ES">
          <a:solidFill>
            <a:schemeClr val="tx2"/>
          </a:solidFill>
        </a:defRPr>
      </a:lvl3pPr>
      <a:lvl4pPr eaLnBrk="1" hangingPunct="1">
        <a:defRPr lang="es-ES">
          <a:solidFill>
            <a:schemeClr val="tx2"/>
          </a:solidFill>
        </a:defRPr>
      </a:lvl4pPr>
      <a:lvl5pPr eaLnBrk="1" hangingPunct="1">
        <a:defRPr lang="es-ES">
          <a:solidFill>
            <a:schemeClr val="tx2"/>
          </a:solidFill>
        </a:defRPr>
      </a:lvl5pPr>
      <a:lvl6pPr eaLnBrk="1" hangingPunct="1">
        <a:defRPr lang="es-ES">
          <a:solidFill>
            <a:schemeClr val="tx2"/>
          </a:solidFill>
        </a:defRPr>
      </a:lvl6pPr>
      <a:lvl7pPr eaLnBrk="1" hangingPunct="1">
        <a:defRPr lang="es-ES">
          <a:solidFill>
            <a:schemeClr val="tx2"/>
          </a:solidFill>
        </a:defRPr>
      </a:lvl7pPr>
      <a:lvl8pPr eaLnBrk="1" hangingPunct="1">
        <a:defRPr lang="es-ES">
          <a:solidFill>
            <a:schemeClr val="tx2"/>
          </a:solidFill>
        </a:defRPr>
      </a:lvl8pPr>
      <a:lvl9pPr eaLnBrk="1" hangingPunct="1">
        <a:defRPr lang="es-ES">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lang="es-ES"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lang="es-ES"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lang="es-ES"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lang="es-ES"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lang="es-ES"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What is Db2">
            <a:extLst>
              <a:ext uri="{FF2B5EF4-FFF2-40B4-BE49-F238E27FC236}">
                <a16:creationId xmlns:a16="http://schemas.microsoft.com/office/drawing/2014/main" id="{56482906-8BC8-6535-66E0-C0D253960D24}"/>
              </a:ext>
            </a:extLst>
          </p:cNvPr>
          <p:cNvPicPr>
            <a:picLocks noChangeAspect="1"/>
          </p:cNvPicPr>
          <p:nvPr/>
        </p:nvPicPr>
        <p:blipFill>
          <a:blip r:embed="rId3"/>
          <a:stretch>
            <a:fillRect/>
          </a:stretch>
        </p:blipFill>
        <p:spPr>
          <a:xfrm>
            <a:off x="2068946" y="235988"/>
            <a:ext cx="2740740" cy="2740740"/>
          </a:xfrm>
          <a:prstGeom prst="rect">
            <a:avLst/>
          </a:prstGeom>
        </p:spPr>
      </p:pic>
      <p:sp>
        <p:nvSpPr>
          <p:cNvPr id="2" name="Título 1">
            <a:extLst>
              <a:ext uri="{FF2B5EF4-FFF2-40B4-BE49-F238E27FC236}">
                <a16:creationId xmlns:a16="http://schemas.microsoft.com/office/drawing/2014/main" id="{7AB1D9D6-2977-ABCD-FDF8-51AFA5064E54}"/>
              </a:ext>
            </a:extLst>
          </p:cNvPr>
          <p:cNvSpPr>
            <a:spLocks noGrp="1"/>
          </p:cNvSpPr>
          <p:nvPr>
            <p:ph type="ctrTitle"/>
          </p:nvPr>
        </p:nvSpPr>
        <p:spPr>
          <a:xfrm>
            <a:off x="5818909" y="665018"/>
            <a:ext cx="6096000" cy="2872046"/>
          </a:xfrm>
        </p:spPr>
        <p:txBody>
          <a:bodyPr rtlCol="0"/>
          <a:lstStyle>
            <a:defPPr>
              <a:defRPr lang="es-ES"/>
            </a:defPPr>
          </a:lstStyle>
          <a:p>
            <a:pPr rtl="0"/>
            <a:r>
              <a:rPr lang="es-ES" sz="9600" dirty="0"/>
              <a:t>MQSERIES</a:t>
            </a:r>
            <a:br>
              <a:rPr lang="es-ES" sz="9600" dirty="0"/>
            </a:br>
            <a:r>
              <a:rPr lang="es-ES" sz="9600" dirty="0"/>
              <a:t>DB2 </a:t>
            </a:r>
          </a:p>
        </p:txBody>
      </p:sp>
      <p:pic>
        <p:nvPicPr>
          <p:cNvPr id="4" name="Imagen 3" descr="Monitoreo y gestión del rendimiento de IBM MQ con Instana">
            <a:extLst>
              <a:ext uri="{FF2B5EF4-FFF2-40B4-BE49-F238E27FC236}">
                <a16:creationId xmlns:a16="http://schemas.microsoft.com/office/drawing/2014/main" id="{0C992EA0-545E-6730-2419-380D0BF9DDF3}"/>
              </a:ext>
            </a:extLst>
          </p:cNvPr>
          <p:cNvPicPr>
            <a:picLocks noChangeAspect="1"/>
          </p:cNvPicPr>
          <p:nvPr/>
        </p:nvPicPr>
        <p:blipFill>
          <a:blip r:embed="rId4"/>
          <a:stretch>
            <a:fillRect/>
          </a:stretch>
        </p:blipFill>
        <p:spPr>
          <a:xfrm>
            <a:off x="7322970" y="1812637"/>
            <a:ext cx="6239929" cy="4707103"/>
          </a:xfrm>
          <a:prstGeom prst="rect">
            <a:avLst/>
          </a:prstGeom>
        </p:spPr>
      </p:pic>
      <p:sp>
        <p:nvSpPr>
          <p:cNvPr id="5" name="CuadroTexto 4">
            <a:extLst>
              <a:ext uri="{FF2B5EF4-FFF2-40B4-BE49-F238E27FC236}">
                <a16:creationId xmlns:a16="http://schemas.microsoft.com/office/drawing/2014/main" id="{6CF61397-5A5C-1DCF-C8C2-C296555FAA51}"/>
              </a:ext>
            </a:extLst>
          </p:cNvPr>
          <p:cNvSpPr txBox="1"/>
          <p:nvPr/>
        </p:nvSpPr>
        <p:spPr>
          <a:xfrm>
            <a:off x="4653660" y="3999346"/>
            <a:ext cx="5098474" cy="1200329"/>
          </a:xfrm>
          <a:prstGeom prst="rect">
            <a:avLst/>
          </a:prstGeom>
          <a:noFill/>
        </p:spPr>
        <p:txBody>
          <a:bodyPr wrap="square" rtlCol="0">
            <a:spAutoFit/>
          </a:bodyPr>
          <a:lstStyle/>
          <a:p>
            <a:pPr marL="285750" indent="-285750">
              <a:buFont typeface="Arial" panose="020B0604020202020204" pitchFamily="34" charset="0"/>
              <a:buChar char="•"/>
            </a:pPr>
            <a:r>
              <a:rPr lang="es-MX" dirty="0">
                <a:solidFill>
                  <a:schemeClr val="bg1"/>
                </a:solidFill>
              </a:rPr>
              <a:t>MARTINEZ CLEMENTE DONOVAN ETIENNE</a:t>
            </a:r>
          </a:p>
          <a:p>
            <a:pPr marL="285750" indent="-285750">
              <a:buFont typeface="Arial" panose="020B0604020202020204" pitchFamily="34" charset="0"/>
              <a:buChar char="•"/>
            </a:pPr>
            <a:r>
              <a:rPr lang="es-MX" dirty="0">
                <a:solidFill>
                  <a:schemeClr val="bg1"/>
                </a:solidFill>
              </a:rPr>
              <a:t>BERNABE SOLARES KATTY ARIAFNA </a:t>
            </a:r>
          </a:p>
          <a:p>
            <a:pPr marL="285750" indent="-285750">
              <a:buFont typeface="Arial" panose="020B0604020202020204" pitchFamily="34" charset="0"/>
              <a:buChar char="•"/>
            </a:pPr>
            <a:r>
              <a:rPr lang="es-MX" dirty="0">
                <a:solidFill>
                  <a:schemeClr val="bg1"/>
                </a:solidFill>
              </a:rPr>
              <a:t>MUÑOZ LOZANO JATZIRY ALIN</a:t>
            </a:r>
          </a:p>
          <a:p>
            <a:pPr marL="285750" indent="-285750">
              <a:buFont typeface="Arial" panose="020B0604020202020204" pitchFamily="34" charset="0"/>
              <a:buChar char="•"/>
            </a:pPr>
            <a:r>
              <a:rPr lang="es-MX" dirty="0">
                <a:solidFill>
                  <a:schemeClr val="bg1"/>
                </a:solidFill>
              </a:rPr>
              <a:t>SANCHEZ CRUZ ALEIDA ERANDI </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rtlCol="0"/>
          <a:lstStyle>
            <a:defPPr>
              <a:defRPr lang="es-ES"/>
            </a:defPPr>
          </a:lstStyle>
          <a:p>
            <a:pPr rtl="0"/>
            <a:r>
              <a:rPr lang="es-ES" dirty="0"/>
              <a:t>¿QUE ES?</a:t>
            </a:r>
          </a:p>
        </p:txBody>
      </p:sp>
      <p:sp>
        <p:nvSpPr>
          <p:cNvPr id="3" name="Marcador de texto 2">
            <a:extLst>
              <a:ext uri="{FF2B5EF4-FFF2-40B4-BE49-F238E27FC236}">
                <a16:creationId xmlns:a16="http://schemas.microsoft.com/office/drawing/2014/main" id="{3B8EBC2C-6DD7-5003-38EB-40753046FE8C}"/>
              </a:ext>
            </a:extLst>
          </p:cNvPr>
          <p:cNvSpPr>
            <a:spLocks noGrp="1"/>
          </p:cNvSpPr>
          <p:nvPr>
            <p:ph sz="quarter" idx="13"/>
          </p:nvPr>
        </p:nvSpPr>
        <p:spPr>
          <a:xfrm>
            <a:off x="307398" y="2087274"/>
            <a:ext cx="6788150" cy="3709987"/>
          </a:xfrm>
        </p:spPr>
        <p:txBody>
          <a:bodyPr tIns="457200" rtlCol="0">
            <a:noAutofit/>
          </a:bodyPr>
          <a:lstStyle>
            <a:defPPr>
              <a:defRPr lang="es-ES"/>
            </a:defPPr>
          </a:lstStyle>
          <a:p>
            <a:pPr marL="0" indent="0">
              <a:lnSpc>
                <a:spcPct val="170000"/>
              </a:lnSpc>
              <a:buNone/>
            </a:pPr>
            <a:r>
              <a:rPr lang="es-MX" sz="1400" b="0" dirty="0" err="1"/>
              <a:t>MQSeries</a:t>
            </a:r>
            <a:r>
              <a:rPr lang="es-MX" sz="1400" b="0" dirty="0"/>
              <a:t>, hoy en día conocido como IBM MQ, constituye un soporte de mensajería que proporciona un conjunto de servicios o funcionalidades que permiten la comunicación entre aplicaciones y sistemas distintos.</a:t>
            </a:r>
          </a:p>
          <a:p>
            <a:pPr marL="0" indent="0">
              <a:lnSpc>
                <a:spcPct val="170000"/>
              </a:lnSpc>
              <a:buNone/>
            </a:pPr>
            <a:r>
              <a:rPr lang="es-MX" sz="1400" b="0" dirty="0"/>
              <a:t>La principal función que desempeña es la capacidad de enviar y recibir los mensajes siempre de forma segura, independientemente de que los sistemas no se encuentren conectados al mismo tiempo.</a:t>
            </a:r>
            <a:endParaRPr lang="es-ES" sz="1400" b="0" dirty="0"/>
          </a:p>
        </p:txBody>
      </p:sp>
      <p:pic>
        <p:nvPicPr>
          <p:cNvPr id="4" name="Imagen 3" descr="Administración de Bases de Datos IBM Db2">
            <a:extLst>
              <a:ext uri="{FF2B5EF4-FFF2-40B4-BE49-F238E27FC236}">
                <a16:creationId xmlns:a16="http://schemas.microsoft.com/office/drawing/2014/main" id="{3485B931-6178-48B6-FEE0-3CD2890BF79A}"/>
              </a:ext>
            </a:extLst>
          </p:cNvPr>
          <p:cNvPicPr>
            <a:picLocks noChangeAspect="1"/>
          </p:cNvPicPr>
          <p:nvPr/>
        </p:nvPicPr>
        <p:blipFill>
          <a:blip r:embed="rId3"/>
          <a:stretch>
            <a:fillRect/>
          </a:stretch>
        </p:blipFill>
        <p:spPr>
          <a:xfrm>
            <a:off x="7683612" y="3681413"/>
            <a:ext cx="4103105" cy="2340399"/>
          </a:xfrm>
          <a:prstGeom prst="rect">
            <a:avLst/>
          </a:prstGeom>
        </p:spPr>
      </p:pic>
      <p:pic>
        <p:nvPicPr>
          <p:cNvPr id="6" name="Imagen 5" descr="Monitoreo y gestión del rendimiento de IBM MQ con Instana">
            <a:extLst>
              <a:ext uri="{FF2B5EF4-FFF2-40B4-BE49-F238E27FC236}">
                <a16:creationId xmlns:a16="http://schemas.microsoft.com/office/drawing/2014/main" id="{D3C4CD7C-21FE-D80A-B976-7CCB8BA5689B}"/>
              </a:ext>
            </a:extLst>
          </p:cNvPr>
          <p:cNvPicPr>
            <a:picLocks noChangeAspect="1"/>
          </p:cNvPicPr>
          <p:nvPr/>
        </p:nvPicPr>
        <p:blipFill>
          <a:blip r:embed="rId4"/>
          <a:stretch>
            <a:fillRect/>
          </a:stretch>
        </p:blipFill>
        <p:spPr>
          <a:xfrm>
            <a:off x="6787261" y="-902854"/>
            <a:ext cx="6239929" cy="4707103"/>
          </a:xfrm>
          <a:prstGeom prst="rect">
            <a:avLst/>
          </a:prstGeom>
        </p:spPr>
      </p:pic>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6">
            <a:extLst>
              <a:ext uri="{FF2B5EF4-FFF2-40B4-BE49-F238E27FC236}">
                <a16:creationId xmlns:a16="http://schemas.microsoft.com/office/drawing/2014/main" id="{F70BD87D-F7DA-961B-4024-A354DC87D168}"/>
              </a:ext>
            </a:extLst>
          </p:cNvPr>
          <p:cNvSpPr>
            <a:spLocks noGrp="1"/>
          </p:cNvSpPr>
          <p:nvPr>
            <p:ph sz="quarter" idx="13"/>
          </p:nvPr>
        </p:nvSpPr>
        <p:spPr>
          <a:xfrm>
            <a:off x="4239491" y="1725346"/>
            <a:ext cx="7810500" cy="4315235"/>
          </a:xfrm>
        </p:spPr>
        <p:txBody>
          <a:bodyPr rtlCol="0">
            <a:normAutofit/>
          </a:bodyPr>
          <a:lstStyle>
            <a:defPPr>
              <a:defRPr lang="es-ES"/>
            </a:defPPr>
          </a:lstStyle>
          <a:p>
            <a:r>
              <a:rPr lang="es-MX" dirty="0" err="1"/>
              <a:t>MQSeries</a:t>
            </a:r>
            <a:r>
              <a:rPr lang="es-MX" dirty="0"/>
              <a:t>, la solución creada por IBM en 1993 para facilitar la comunicación entre las diferentes aplicaciones y sistemas informáticos, se creó para lograr la comunicación de forma confiable y segura entre la información de los sistemas informáticos sin importar el sistema operativo o plataforma elegida. A medida que pasaron los años, </a:t>
            </a:r>
            <a:r>
              <a:rPr lang="es-MX" dirty="0" err="1"/>
              <a:t>MQSeries</a:t>
            </a:r>
            <a:r>
              <a:rPr lang="es-MX" dirty="0"/>
              <a:t> se transformó, evolucionó y renombró en IBM MQ, la cual se ha vuelto una de las herramientas de producción de mensajería más utilizada de la banca, las compañías de seguros y empresas de telecomunicaciones y también organismos gubernamentales.</a:t>
            </a:r>
            <a:endParaRPr lang="es-ES" dirty="0"/>
          </a:p>
        </p:txBody>
      </p:sp>
      <p:grpSp>
        <p:nvGrpSpPr>
          <p:cNvPr id="19" name="Grupo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21" name="Forma libre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22" name="Forma libre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pic>
        <p:nvPicPr>
          <p:cNvPr id="5" name="Imagen 4" descr="Títulos de Historia - Caratulas para Cuadernos">
            <a:extLst>
              <a:ext uri="{FF2B5EF4-FFF2-40B4-BE49-F238E27FC236}">
                <a16:creationId xmlns:a16="http://schemas.microsoft.com/office/drawing/2014/main" id="{282DAECF-1720-3134-97BB-9E063E2D6FFB}"/>
              </a:ext>
            </a:extLst>
          </p:cNvPr>
          <p:cNvPicPr>
            <a:picLocks noChangeAspect="1"/>
          </p:cNvPicPr>
          <p:nvPr/>
        </p:nvPicPr>
        <p:blipFill>
          <a:blip r:embed="rId3"/>
          <a:stretch>
            <a:fillRect/>
          </a:stretch>
        </p:blipFill>
        <p:spPr>
          <a:xfrm>
            <a:off x="-811379" y="-132074"/>
            <a:ext cx="6907379" cy="1898985"/>
          </a:xfrm>
          <a:prstGeom prst="rect">
            <a:avLst/>
          </a:prstGeom>
        </p:spPr>
      </p:pic>
    </p:spTree>
    <p:extLst>
      <p:ext uri="{BB962C8B-B14F-4D97-AF65-F5344CB8AC3E}">
        <p14:creationId xmlns:p14="http://schemas.microsoft.com/office/powerpoint/2010/main" val="3200312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5346ED-721D-85EE-2F1B-A31D0912DE29}"/>
              </a:ext>
            </a:extLst>
          </p:cNvPr>
          <p:cNvSpPr>
            <a:spLocks noGrp="1"/>
          </p:cNvSpPr>
          <p:nvPr>
            <p:ph type="title"/>
          </p:nvPr>
        </p:nvSpPr>
        <p:spPr>
          <a:xfrm>
            <a:off x="594360" y="278129"/>
            <a:ext cx="9778365" cy="1494596"/>
          </a:xfrm>
        </p:spPr>
        <p:txBody>
          <a:bodyPr rtlCol="0"/>
          <a:lstStyle>
            <a:defPPr>
              <a:defRPr lang="es-ES"/>
            </a:defPPr>
          </a:lstStyle>
          <a:p>
            <a:pPr rtl="0"/>
            <a:r>
              <a:rPr lang="es-ES" dirty="0"/>
              <a:t>CARACTERISTICAS PRINCIPALES </a:t>
            </a:r>
          </a:p>
        </p:txBody>
      </p:sp>
      <p:sp>
        <p:nvSpPr>
          <p:cNvPr id="3" name="Marcador de contenido 2">
            <a:extLst>
              <a:ext uri="{FF2B5EF4-FFF2-40B4-BE49-F238E27FC236}">
                <a16:creationId xmlns:a16="http://schemas.microsoft.com/office/drawing/2014/main" id="{DB097449-5B72-ADA0-3B2D-1CBC160D6B90}"/>
              </a:ext>
            </a:extLst>
          </p:cNvPr>
          <p:cNvSpPr>
            <a:spLocks noGrp="1"/>
          </p:cNvSpPr>
          <p:nvPr>
            <p:ph sz="quarter" idx="15"/>
          </p:nvPr>
        </p:nvSpPr>
        <p:spPr>
          <a:xfrm>
            <a:off x="594360" y="2676525"/>
            <a:ext cx="4651895" cy="3597470"/>
          </a:xfrm>
        </p:spPr>
        <p:txBody>
          <a:bodyPr rtlCol="0">
            <a:normAutofit/>
          </a:bodyPr>
          <a:lstStyle>
            <a:defPPr>
              <a:defRPr lang="es-ES"/>
            </a:defPPr>
          </a:lstStyle>
          <a:p>
            <a:pPr marL="285750" indent="-285750">
              <a:buFont typeface="Arial" panose="020B0604020202020204" pitchFamily="34" charset="0"/>
              <a:buChar char="•"/>
            </a:pPr>
            <a:r>
              <a:rPr lang="es-MX" sz="1400" dirty="0"/>
              <a:t>Permite la comunicación entre aplicaciones y sistemas diferentes. Utiliza colas de mensajes para almacenar información temporalmente. Garantiza la entrega confiable de mensajes.</a:t>
            </a:r>
          </a:p>
          <a:p>
            <a:pPr marL="285750" indent="-285750">
              <a:buFont typeface="Arial" panose="020B0604020202020204" pitchFamily="34" charset="0"/>
              <a:buChar char="•"/>
            </a:pPr>
            <a:r>
              <a:rPr lang="es-MX" sz="1400" dirty="0"/>
              <a:t>Empleo de colas para almacenar los mensajes temporalmente.</a:t>
            </a:r>
          </a:p>
          <a:p>
            <a:pPr marL="285750" indent="-285750">
              <a:buFont typeface="Arial" panose="020B0604020202020204" pitchFamily="34" charset="0"/>
              <a:buChar char="•"/>
            </a:pPr>
            <a:r>
              <a:rPr lang="es-MX" sz="1400" dirty="0"/>
              <a:t>Asegura que los mensajes son entregados sin la pérdida de información.</a:t>
            </a:r>
          </a:p>
          <a:p>
            <a:pPr marL="285750" indent="-285750">
              <a:buFont typeface="Arial" panose="020B0604020202020204" pitchFamily="34" charset="0"/>
              <a:buChar char="•"/>
            </a:pPr>
            <a:r>
              <a:rPr lang="es-MX" sz="1400" dirty="0"/>
              <a:t>Hace que sea posible la comunicación entre las distintas plataformas y sistema operativos.</a:t>
            </a:r>
          </a:p>
          <a:p>
            <a:pPr marL="285750" indent="-285750">
              <a:buFont typeface="Arial" panose="020B0604020202020204" pitchFamily="34" charset="0"/>
              <a:buChar char="•"/>
            </a:pPr>
            <a:r>
              <a:rPr lang="es-MX" sz="1400" dirty="0"/>
              <a:t>Permite recibir y captar diferentes protocolos de comunicaciones.</a:t>
            </a:r>
          </a:p>
        </p:txBody>
      </p:sp>
      <p:sp>
        <p:nvSpPr>
          <p:cNvPr id="4" name="Marcador de contenido 3">
            <a:extLst>
              <a:ext uri="{FF2B5EF4-FFF2-40B4-BE49-F238E27FC236}">
                <a16:creationId xmlns:a16="http://schemas.microsoft.com/office/drawing/2014/main" id="{41FC7B50-71A6-D8BE-C032-5EB4CF5706D5}"/>
              </a:ext>
            </a:extLst>
          </p:cNvPr>
          <p:cNvSpPr>
            <a:spLocks noGrp="1"/>
          </p:cNvSpPr>
          <p:nvPr>
            <p:ph sz="quarter" idx="16"/>
          </p:nvPr>
        </p:nvSpPr>
        <p:spPr>
          <a:xfrm>
            <a:off x="6666989" y="2057688"/>
            <a:ext cx="4490827" cy="4522183"/>
          </a:xfrm>
        </p:spPr>
        <p:txBody>
          <a:bodyPr rtlCol="0"/>
          <a:lstStyle>
            <a:defPPr>
              <a:defRPr lang="es-ES"/>
            </a:defPPr>
          </a:lstStyle>
          <a:p>
            <a:pPr marL="342900" indent="-342900">
              <a:buFont typeface="Arial" panose="020B0604020202020204" pitchFamily="34" charset="0"/>
              <a:buChar char="•"/>
            </a:pPr>
            <a:r>
              <a:rPr lang="es-MX" sz="1400" dirty="0"/>
              <a:t>Permite la replicación y sincronización de </a:t>
            </a:r>
            <a:r>
              <a:rPr lang="es-MX" sz="1400" dirty="0" err="1"/>
              <a:t>datos,Cuenta</a:t>
            </a:r>
            <a:r>
              <a:rPr lang="es-MX" sz="1400" dirty="0"/>
              <a:t> con mecanismos de alta disponibilidad.</a:t>
            </a:r>
          </a:p>
          <a:p>
            <a:pPr marL="342900" indent="-342900">
              <a:buFont typeface="Arial" panose="020B0604020202020204" pitchFamily="34" charset="0"/>
              <a:buChar char="•"/>
            </a:pPr>
            <a:r>
              <a:rPr lang="es-MX" sz="1400" dirty="0"/>
              <a:t>Soporta particionamiento de bases de datos para mejorar el rendimiento, integra funciones de análisis y procesamiento de datos.</a:t>
            </a:r>
          </a:p>
          <a:p>
            <a:pPr marL="342900" indent="-342900">
              <a:buFont typeface="Arial" panose="020B0604020202020204" pitchFamily="34" charset="0"/>
              <a:buChar char="•"/>
            </a:pPr>
            <a:r>
              <a:rPr lang="es-MX" sz="1400" dirty="0"/>
              <a:t>Facilita la administración de grandes entornos empresariales, permite el manejo eficiente de datos estructurados y semiestructurados.</a:t>
            </a:r>
          </a:p>
          <a:p>
            <a:pPr marL="342900" indent="-342900">
              <a:buFont typeface="Arial" panose="020B0604020202020204" pitchFamily="34" charset="0"/>
              <a:buChar char="•"/>
            </a:pPr>
            <a:r>
              <a:rPr lang="es-MX" sz="1400" dirty="0"/>
              <a:t>Permite el manejo eficiente de datos estructurados y semiestructurados, escala fácilmente conforme aumenta la cantidad de información.</a:t>
            </a:r>
          </a:p>
          <a:p>
            <a:pPr marL="342900" indent="-342900">
              <a:buFont typeface="Arial" panose="020B0604020202020204" pitchFamily="34" charset="0"/>
              <a:buChar char="•"/>
            </a:pPr>
            <a:endParaRPr lang="es-ES" sz="1400" dirty="0"/>
          </a:p>
        </p:txBody>
      </p:sp>
    </p:spTree>
    <p:extLst>
      <p:ext uri="{BB962C8B-B14F-4D97-AF65-F5344CB8AC3E}">
        <p14:creationId xmlns:p14="http://schemas.microsoft.com/office/powerpoint/2010/main" val="888484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2A871D-B15E-C971-7C85-0AF173E38781}"/>
              </a:ext>
            </a:extLst>
          </p:cNvPr>
          <p:cNvSpPr>
            <a:spLocks noGrp="1"/>
          </p:cNvSpPr>
          <p:nvPr>
            <p:ph type="title"/>
          </p:nvPr>
        </p:nvSpPr>
        <p:spPr>
          <a:xfrm>
            <a:off x="575310" y="278129"/>
            <a:ext cx="5063490" cy="2354026"/>
          </a:xfrm>
        </p:spPr>
        <p:txBody>
          <a:bodyPr rtlCol="0" anchor="b">
            <a:normAutofit/>
          </a:bodyPr>
          <a:lstStyle>
            <a:defPPr>
              <a:defRPr lang="es-ES"/>
            </a:defPPr>
          </a:lstStyle>
          <a:p>
            <a:pPr rtl="0"/>
            <a:r>
              <a:rPr lang="es-ES" spc="60" dirty="0"/>
              <a:t>¿COMO FUNCIONA?</a:t>
            </a:r>
          </a:p>
        </p:txBody>
      </p:sp>
      <p:sp>
        <p:nvSpPr>
          <p:cNvPr id="3" name="Marcador de contenido 2">
            <a:extLst>
              <a:ext uri="{FF2B5EF4-FFF2-40B4-BE49-F238E27FC236}">
                <a16:creationId xmlns:a16="http://schemas.microsoft.com/office/drawing/2014/main" id="{34F2E863-4A4C-76FE-444A-083F93043389}"/>
              </a:ext>
            </a:extLst>
          </p:cNvPr>
          <p:cNvSpPr>
            <a:spLocks noGrp="1"/>
          </p:cNvSpPr>
          <p:nvPr>
            <p:ph sz="quarter" idx="16"/>
          </p:nvPr>
        </p:nvSpPr>
        <p:spPr>
          <a:xfrm>
            <a:off x="594360" y="3279579"/>
            <a:ext cx="5044440" cy="2994415"/>
          </a:xfrm>
        </p:spPr>
        <p:txBody>
          <a:bodyPr rtlCol="0">
            <a:normAutofit/>
          </a:bodyPr>
          <a:lstStyle>
            <a:defPPr>
              <a:defRPr lang="es-ES"/>
            </a:defPPr>
          </a:lstStyle>
          <a:p>
            <a:r>
              <a:rPr lang="es-MX" sz="1600"/>
              <a:t>El funcionamiento de </a:t>
            </a:r>
            <a:r>
              <a:rPr lang="es-MX" sz="1600" err="1"/>
              <a:t>MQSeries</a:t>
            </a:r>
            <a:r>
              <a:rPr lang="es-MX" sz="1600"/>
              <a:t> se realiza de la forma siguiente: una de las aplicaciones genera un mensaje que contiene una determinada información la cual lo envía a una cola de mensajes; esta cola se encarga de almacenar temporalmente los mensajes hasta que sea posible procesarlos. El sistema </a:t>
            </a:r>
            <a:r>
              <a:rPr lang="es-MX" sz="1600" err="1"/>
              <a:t>MQSeries</a:t>
            </a:r>
            <a:r>
              <a:rPr lang="es-MX" sz="1600"/>
              <a:t> se encarga de enviar de forma fiable y segura el mensaje hacia el sistema que lo recibe y una vez recibido, lo procesa ejecutando el trabajo solicitado, además asegurando que los datos lleguen a su destino aunque uno de los sistemas se encuentre inactivo en el momento de la transmisión.</a:t>
            </a:r>
            <a:endParaRPr lang="es-ES" sz="1600"/>
          </a:p>
        </p:txBody>
      </p:sp>
      <p:pic>
        <p:nvPicPr>
          <p:cNvPr id="7" name="Imagen 6">
            <a:extLst>
              <a:ext uri="{FF2B5EF4-FFF2-40B4-BE49-F238E27FC236}">
                <a16:creationId xmlns:a16="http://schemas.microsoft.com/office/drawing/2014/main" id="{B5B33982-C5CE-1A13-7C8C-6D1B1443291D}"/>
              </a:ext>
            </a:extLst>
          </p:cNvPr>
          <p:cNvPicPr>
            <a:picLocks noChangeAspect="1"/>
          </p:cNvPicPr>
          <p:nvPr/>
        </p:nvPicPr>
        <p:blipFill>
          <a:blip r:embed="rId3"/>
          <a:stretch>
            <a:fillRect/>
          </a:stretch>
        </p:blipFill>
        <p:spPr>
          <a:xfrm>
            <a:off x="6096000" y="48765"/>
            <a:ext cx="6118225" cy="6760470"/>
          </a:xfrm>
          <a:prstGeom prst="rect">
            <a:avLst/>
          </a:prstGeom>
          <a:noFill/>
        </p:spPr>
      </p:pic>
    </p:spTree>
    <p:extLst>
      <p:ext uri="{BB962C8B-B14F-4D97-AF65-F5344CB8AC3E}">
        <p14:creationId xmlns:p14="http://schemas.microsoft.com/office/powerpoint/2010/main" val="298364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759DC4-8B30-98A0-5BAB-C78BA4A4AD55}"/>
              </a:ext>
            </a:extLst>
          </p:cNvPr>
          <p:cNvSpPr>
            <a:spLocks noGrp="1"/>
          </p:cNvSpPr>
          <p:nvPr>
            <p:ph type="title"/>
          </p:nvPr>
        </p:nvSpPr>
        <p:spPr>
          <a:xfrm>
            <a:off x="594360" y="198408"/>
            <a:ext cx="10972800" cy="1574317"/>
          </a:xfrm>
        </p:spPr>
        <p:txBody>
          <a:bodyPr rtlCol="0"/>
          <a:lstStyle>
            <a:defPPr>
              <a:defRPr lang="es-ES"/>
            </a:defPPr>
          </a:lstStyle>
          <a:p>
            <a:pPr rtl="0"/>
            <a:r>
              <a:rPr lang="es-ES" spc="60" dirty="0"/>
              <a:t>VENTAJAS </a:t>
            </a:r>
          </a:p>
        </p:txBody>
      </p:sp>
      <p:sp>
        <p:nvSpPr>
          <p:cNvPr id="3" name="Marcador de contenido 2">
            <a:extLst>
              <a:ext uri="{FF2B5EF4-FFF2-40B4-BE49-F238E27FC236}">
                <a16:creationId xmlns:a16="http://schemas.microsoft.com/office/drawing/2014/main" id="{4096FB3A-B62C-3DAB-4FD1-B4EBDD650AEF}"/>
              </a:ext>
            </a:extLst>
          </p:cNvPr>
          <p:cNvSpPr>
            <a:spLocks noGrp="1"/>
          </p:cNvSpPr>
          <p:nvPr>
            <p:ph sz="quarter" idx="13"/>
          </p:nvPr>
        </p:nvSpPr>
        <p:spPr>
          <a:xfrm>
            <a:off x="595523" y="2676524"/>
            <a:ext cx="5500477" cy="3983067"/>
          </a:xfrm>
        </p:spPr>
        <p:txBody>
          <a:bodyPr rtlCol="0">
            <a:normAutofit/>
          </a:bodyPr>
          <a:lstStyle>
            <a:defPPr>
              <a:defRPr lang="es-ES"/>
            </a:defPPr>
          </a:lstStyle>
          <a:p>
            <a:pPr lvl="1"/>
            <a:r>
              <a:rPr lang="es-MX" sz="1600" dirty="0"/>
              <a:t>Alta confiabilidad: Garantiza que los mensajes lleguen a su destino sin perderse, incluso si ocurre alguna falla en la red o en los sistemas involucrados.</a:t>
            </a:r>
          </a:p>
          <a:p>
            <a:pPr lvl="1"/>
            <a:r>
              <a:rPr lang="es-MX" sz="1600" dirty="0"/>
              <a:t>Comunicación asíncrona: Las aplicaciones no necesitan estar activas al mismo tiempo para intercambiar información, ya que los mensajes permanecen almacenados en las colas hasta ser procesados.</a:t>
            </a:r>
          </a:p>
          <a:p>
            <a:pPr lvl="1"/>
            <a:r>
              <a:rPr lang="es-MX" sz="1600" dirty="0"/>
              <a:t>Seguridad de la información: Incorpora mecanismos de autenticación, autorización y cifrado que protegen los datos durante su transmisión.</a:t>
            </a:r>
          </a:p>
          <a:p>
            <a:pPr lvl="1"/>
            <a:r>
              <a:rPr lang="es-MX" sz="1600" dirty="0"/>
              <a:t>Escalabilidad: Puede manejar desde unos pocos mensajes hasta millones de transacciones diarias sin afectar significativamente el rendimiento.</a:t>
            </a:r>
          </a:p>
          <a:p>
            <a:pPr lvl="1"/>
            <a:endParaRPr lang="es-ES" sz="1600" dirty="0"/>
          </a:p>
        </p:txBody>
      </p:sp>
      <p:sp>
        <p:nvSpPr>
          <p:cNvPr id="4" name="Marcador de contenido 3">
            <a:extLst>
              <a:ext uri="{FF2B5EF4-FFF2-40B4-BE49-F238E27FC236}">
                <a16:creationId xmlns:a16="http://schemas.microsoft.com/office/drawing/2014/main" id="{43E198AA-251D-4446-30C4-8F2FA7F6A72C}"/>
              </a:ext>
            </a:extLst>
          </p:cNvPr>
          <p:cNvSpPr>
            <a:spLocks noGrp="1"/>
          </p:cNvSpPr>
          <p:nvPr>
            <p:ph sz="quarter" idx="14"/>
          </p:nvPr>
        </p:nvSpPr>
        <p:spPr>
          <a:xfrm>
            <a:off x="6871854" y="1772725"/>
            <a:ext cx="3947160" cy="4405745"/>
          </a:xfrm>
        </p:spPr>
        <p:txBody>
          <a:bodyPr rtlCol="0">
            <a:normAutofit/>
          </a:bodyPr>
          <a:lstStyle>
            <a:defPPr>
              <a:defRPr lang="es-ES"/>
            </a:defPPr>
          </a:lstStyle>
          <a:p>
            <a:r>
              <a:rPr lang="es-MX" sz="1600" dirty="0"/>
              <a:t>Integración entre sistemas diferentes: Permite la comunicación entre aplicaciones desarrolladas con distintos lenguajes de programación, sistemas operativos y plataformas.</a:t>
            </a:r>
          </a:p>
          <a:p>
            <a:r>
              <a:rPr lang="es-MX" sz="1600" dirty="0"/>
              <a:t>Alta disponibilidad: Está diseñado para seguir funcionando incluso cuando algunos componentes presentan fallas, reduciendo interrupciones en los servicios.</a:t>
            </a:r>
          </a:p>
          <a:p>
            <a:r>
              <a:rPr lang="es-MX" sz="1600" dirty="0"/>
              <a:t>Facilidad de administración y monitoreo: Proporciona herramientas que permiten supervisar el estado de las colas, identificar problemas y optimizar el flujo de mensajes de manera eficiente.</a:t>
            </a:r>
            <a:endParaRPr lang="es-ES" sz="1600" dirty="0"/>
          </a:p>
        </p:txBody>
      </p:sp>
    </p:spTree>
    <p:extLst>
      <p:ext uri="{BB962C8B-B14F-4D97-AF65-F5344CB8AC3E}">
        <p14:creationId xmlns:p14="http://schemas.microsoft.com/office/powerpoint/2010/main" val="1850768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EAD36-8DF7-CF31-815D-10010C869C5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8E09066-3C7D-F90C-EEAC-5F33CCEFDAFD}"/>
              </a:ext>
            </a:extLst>
          </p:cNvPr>
          <p:cNvSpPr>
            <a:spLocks noGrp="1"/>
          </p:cNvSpPr>
          <p:nvPr>
            <p:ph type="title"/>
          </p:nvPr>
        </p:nvSpPr>
        <p:spPr>
          <a:xfrm>
            <a:off x="594360" y="198408"/>
            <a:ext cx="10972800" cy="1574317"/>
          </a:xfrm>
        </p:spPr>
        <p:txBody>
          <a:bodyPr rtlCol="0"/>
          <a:lstStyle>
            <a:defPPr>
              <a:defRPr lang="es-ES"/>
            </a:defPPr>
          </a:lstStyle>
          <a:p>
            <a:pPr rtl="0"/>
            <a:r>
              <a:rPr lang="es-ES" spc="60" dirty="0"/>
              <a:t>DESVENTAJAS  </a:t>
            </a:r>
          </a:p>
        </p:txBody>
      </p:sp>
      <p:sp>
        <p:nvSpPr>
          <p:cNvPr id="3" name="Marcador de contenido 2">
            <a:extLst>
              <a:ext uri="{FF2B5EF4-FFF2-40B4-BE49-F238E27FC236}">
                <a16:creationId xmlns:a16="http://schemas.microsoft.com/office/drawing/2014/main" id="{D83959A6-65E4-E751-B183-24CAE0468398}"/>
              </a:ext>
            </a:extLst>
          </p:cNvPr>
          <p:cNvSpPr>
            <a:spLocks noGrp="1"/>
          </p:cNvSpPr>
          <p:nvPr>
            <p:ph sz="quarter" idx="13"/>
          </p:nvPr>
        </p:nvSpPr>
        <p:spPr>
          <a:xfrm>
            <a:off x="503159" y="2685761"/>
            <a:ext cx="5500477" cy="3597470"/>
          </a:xfrm>
        </p:spPr>
        <p:txBody>
          <a:bodyPr rtlCol="0">
            <a:normAutofit/>
          </a:bodyPr>
          <a:lstStyle>
            <a:defPPr>
              <a:defRPr lang="es-ES"/>
            </a:defPPr>
          </a:lstStyle>
          <a:p>
            <a:pPr lvl="1"/>
            <a:r>
              <a:rPr lang="es-MX" sz="1600" dirty="0"/>
              <a:t>Costo elevado: La adquisición de licencias, implementación y mantenimiento de </a:t>
            </a:r>
            <a:r>
              <a:rPr lang="es-MX" sz="1600" dirty="0" err="1"/>
              <a:t>MQSeries</a:t>
            </a:r>
            <a:r>
              <a:rPr lang="es-MX" sz="1600" dirty="0"/>
              <a:t> puede representar una inversión considerable para pequeñas y medianas empresas.</a:t>
            </a:r>
          </a:p>
          <a:p>
            <a:pPr lvl="1"/>
            <a:r>
              <a:rPr lang="es-MX" sz="1600" dirty="0"/>
              <a:t> Complejidad de configuración: Su instalación y configuración requieren conocimientos técnicos especializados, lo que puede dificultar su implementación inicial.</a:t>
            </a:r>
          </a:p>
          <a:p>
            <a:pPr lvl="1"/>
            <a:r>
              <a:rPr lang="es-MX" sz="1600" dirty="0"/>
              <a:t>Necesidad de personal capacitado: Se requiere personal con experiencia en administración y monitoreo de IBM MQ para garantizar su correcto funcionamiento.</a:t>
            </a:r>
            <a:endParaRPr lang="es-ES" sz="1600" dirty="0"/>
          </a:p>
        </p:txBody>
      </p:sp>
      <p:sp>
        <p:nvSpPr>
          <p:cNvPr id="4" name="Marcador de contenido 3">
            <a:extLst>
              <a:ext uri="{FF2B5EF4-FFF2-40B4-BE49-F238E27FC236}">
                <a16:creationId xmlns:a16="http://schemas.microsoft.com/office/drawing/2014/main" id="{0EF42D92-B5AC-3B68-D7A3-7FC8ED366FB6}"/>
              </a:ext>
            </a:extLst>
          </p:cNvPr>
          <p:cNvSpPr>
            <a:spLocks noGrp="1"/>
          </p:cNvSpPr>
          <p:nvPr>
            <p:ph sz="quarter" idx="14"/>
          </p:nvPr>
        </p:nvSpPr>
        <p:spPr>
          <a:xfrm>
            <a:off x="6871854" y="1772725"/>
            <a:ext cx="3947160" cy="4405745"/>
          </a:xfrm>
        </p:spPr>
        <p:txBody>
          <a:bodyPr rtlCol="0">
            <a:normAutofit/>
          </a:bodyPr>
          <a:lstStyle>
            <a:defPPr>
              <a:defRPr lang="es-ES"/>
            </a:defPPr>
          </a:lstStyle>
          <a:p>
            <a:r>
              <a:rPr lang="es-MX" sz="1600" dirty="0"/>
              <a:t>Consumo de recursos del sistema: Puede utilizar una cantidad importante de memoria, almacenamiento y capacidad de procesamiento, especialmente en entornos con alto volumen de mensajes.</a:t>
            </a:r>
          </a:p>
          <a:p>
            <a:r>
              <a:rPr lang="es-MX" sz="1600" dirty="0"/>
              <a:t>Tiempo de aprendizaje: Los administradores y desarrolladores necesitan capacitación para comprender todas sus funcionalidades y aprovecharlas correctamente.</a:t>
            </a:r>
          </a:p>
          <a:p>
            <a:r>
              <a:rPr lang="es-MX" sz="1600" dirty="0"/>
              <a:t>Mantenimiento constante: Requiere monitoreo, actualizaciones y revisiones periódicas para prevenir fallas y mantener la seguridad del sistema.</a:t>
            </a:r>
            <a:endParaRPr lang="es-ES" sz="1600" dirty="0"/>
          </a:p>
        </p:txBody>
      </p:sp>
    </p:spTree>
    <p:extLst>
      <p:ext uri="{BB962C8B-B14F-4D97-AF65-F5344CB8AC3E}">
        <p14:creationId xmlns:p14="http://schemas.microsoft.com/office/powerpoint/2010/main" val="2755922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BD29B5-1B58-809F-FEA7-B82105E94664}"/>
              </a:ext>
            </a:extLst>
          </p:cNvPr>
          <p:cNvSpPr>
            <a:spLocks noGrp="1"/>
          </p:cNvSpPr>
          <p:nvPr>
            <p:ph type="title"/>
          </p:nvPr>
        </p:nvSpPr>
        <p:spPr>
          <a:xfrm>
            <a:off x="6318886" y="3499667"/>
            <a:ext cx="3776460" cy="2542810"/>
          </a:xfrm>
        </p:spPr>
        <p:txBody>
          <a:bodyPr rtlCol="0"/>
          <a:lstStyle>
            <a:defPPr>
              <a:defRPr lang="es-ES"/>
            </a:defPPr>
          </a:lstStyle>
          <a:p>
            <a:pPr rtl="0"/>
            <a:r>
              <a:rPr lang="es-ES" dirty="0"/>
              <a:t>INFORMACION ALMACENADA EN DB2</a:t>
            </a:r>
          </a:p>
        </p:txBody>
      </p:sp>
      <p:sp>
        <p:nvSpPr>
          <p:cNvPr id="3" name="Marcador de contenido 2">
            <a:extLst>
              <a:ext uri="{FF2B5EF4-FFF2-40B4-BE49-F238E27FC236}">
                <a16:creationId xmlns:a16="http://schemas.microsoft.com/office/drawing/2014/main" id="{8B599B60-BF79-A832-6AD4-6C6FC6CE4317}"/>
              </a:ext>
            </a:extLst>
          </p:cNvPr>
          <p:cNvSpPr>
            <a:spLocks noGrp="1"/>
          </p:cNvSpPr>
          <p:nvPr>
            <p:ph sz="quarter" idx="15"/>
          </p:nvPr>
        </p:nvSpPr>
        <p:spPr>
          <a:xfrm>
            <a:off x="122094" y="78553"/>
            <a:ext cx="6093979" cy="6506974"/>
          </a:xfrm>
        </p:spPr>
        <p:txBody>
          <a:bodyPr rtlCol="0">
            <a:normAutofit lnSpcReduction="10000"/>
          </a:bodyPr>
          <a:lstStyle>
            <a:defPPr>
              <a:defRPr lang="es-ES"/>
            </a:defPPr>
          </a:lstStyle>
          <a:p>
            <a:pPr>
              <a:lnSpc>
                <a:spcPct val="150000"/>
              </a:lnSpc>
            </a:pPr>
            <a:r>
              <a:rPr lang="es-MX" sz="1400"/>
              <a:t>DB2 es un sistema de gestión de bases de datos que permite almacenar, estructurar y gestionar grandes cantidades de información de forma fiable y eficaz. Entre los tipos de datos que se pueden almacenar destacan los datos de clientes como son los nombres, las direcciones, los teléfonos y los datos de contacto. También permite gestionar la información de los inventarios de productos, especificando existencias, entradas, salidas de productos y movimientos en el almacén. En el campo de la compraventa DB2 almacena historiales de compras o de ventas, lo que permite realizar un seguimiento de las transacciones llevadas a cabo y realizar análisis sobre el comportamiento de los consumidores.</a:t>
            </a:r>
          </a:p>
          <a:p>
            <a:pPr>
              <a:lnSpc>
                <a:spcPct val="150000"/>
              </a:lnSpc>
            </a:pPr>
            <a:r>
              <a:rPr lang="es-MX" sz="1400"/>
              <a:t>En el caso del sector de la salud, permitirá guardar los expedientes médicos que contienen diagnósticos, tratamientos, resultados de estudios clínicos e historial médico. El sector de las instituciones financieras, permitirá almacenar movimientos bancarios, cuentas, depósitos, retiros y transferencias garantizando la integridad y seguridad de la información. En el sector educativo, permitirá guardar información académica como son datos de alumnos, calificaciones, horarios, asignaturas, historiales académicos. Por su gran capacidad de almacenamiento, el software DB2 será un programa infaltable para empresas y organizaciones que necesitan almacenar información crítica y acceder a la misma con rapidez, confiabilidad y seguridad.</a:t>
            </a:r>
            <a:endParaRPr lang="es-MX" sz="1400" dirty="0"/>
          </a:p>
        </p:txBody>
      </p:sp>
      <p:pic>
        <p:nvPicPr>
          <p:cNvPr id="8" name="Imagen 7">
            <a:extLst>
              <a:ext uri="{FF2B5EF4-FFF2-40B4-BE49-F238E27FC236}">
                <a16:creationId xmlns:a16="http://schemas.microsoft.com/office/drawing/2014/main" id="{BD4886AC-A794-EB1C-9937-E4B418D1C9F2}"/>
              </a:ext>
            </a:extLst>
          </p:cNvPr>
          <p:cNvPicPr>
            <a:picLocks noChangeAspect="1"/>
          </p:cNvPicPr>
          <p:nvPr/>
        </p:nvPicPr>
        <p:blipFill>
          <a:blip r:embed="rId3"/>
          <a:stretch>
            <a:fillRect/>
          </a:stretch>
        </p:blipFill>
        <p:spPr>
          <a:xfrm>
            <a:off x="6719454" y="347238"/>
            <a:ext cx="5149273" cy="3081762"/>
          </a:xfrm>
          <a:prstGeom prst="rect">
            <a:avLst/>
          </a:prstGeom>
        </p:spPr>
      </p:pic>
    </p:spTree>
    <p:extLst>
      <p:ext uri="{BB962C8B-B14F-4D97-AF65-F5344CB8AC3E}">
        <p14:creationId xmlns:p14="http://schemas.microsoft.com/office/powerpoint/2010/main" val="3088225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A16637-5A7E-C41D-72BF-590031F11439}"/>
              </a:ext>
            </a:extLst>
          </p:cNvPr>
          <p:cNvSpPr>
            <a:spLocks noGrp="1"/>
          </p:cNvSpPr>
          <p:nvPr>
            <p:ph type="ctrTitle"/>
          </p:nvPr>
        </p:nvSpPr>
        <p:spPr/>
        <p:txBody>
          <a:bodyPr/>
          <a:lstStyle/>
          <a:p>
            <a:r>
              <a:rPr lang="es-MX" dirty="0"/>
              <a:t>RELACION ENTRE MQSERIES Y DB2 </a:t>
            </a:r>
          </a:p>
        </p:txBody>
      </p:sp>
      <p:sp>
        <p:nvSpPr>
          <p:cNvPr id="3" name="Marcador de texto 2">
            <a:extLst>
              <a:ext uri="{FF2B5EF4-FFF2-40B4-BE49-F238E27FC236}">
                <a16:creationId xmlns:a16="http://schemas.microsoft.com/office/drawing/2014/main" id="{1DFED0E1-1E70-6A38-8B6E-F9B3F59EE2FF}"/>
              </a:ext>
            </a:extLst>
          </p:cNvPr>
          <p:cNvSpPr>
            <a:spLocks noGrp="1"/>
          </p:cNvSpPr>
          <p:nvPr>
            <p:ph type="body" sz="quarter" idx="11"/>
          </p:nvPr>
        </p:nvSpPr>
        <p:spPr>
          <a:xfrm>
            <a:off x="0" y="0"/>
            <a:ext cx="6094532" cy="6326266"/>
          </a:xfrm>
        </p:spPr>
        <p:txBody>
          <a:bodyPr/>
          <a:lstStyle/>
          <a:p>
            <a:r>
              <a:rPr lang="es-MX" sz="1600" dirty="0" err="1">
                <a:solidFill>
                  <a:schemeClr val="bg1"/>
                </a:solidFill>
              </a:rPr>
              <a:t>MQSeries</a:t>
            </a:r>
            <a:r>
              <a:rPr lang="es-MX" sz="1600" dirty="0">
                <a:solidFill>
                  <a:schemeClr val="bg1"/>
                </a:solidFill>
              </a:rPr>
              <a:t> y Db2 son tecnologías que tienden a convivir en todos aquellos entornos empresariales en los que se intercambia y almacena de forma segura y confiable la información. </a:t>
            </a:r>
            <a:r>
              <a:rPr lang="es-MX" sz="1600" dirty="0" err="1">
                <a:solidFill>
                  <a:schemeClr val="bg1"/>
                </a:solidFill>
              </a:rPr>
              <a:t>MQSeries</a:t>
            </a:r>
            <a:r>
              <a:rPr lang="es-MX" sz="1600" dirty="0">
                <a:solidFill>
                  <a:schemeClr val="bg1"/>
                </a:solidFill>
              </a:rPr>
              <a:t>, conocido como IBM MQ, se ocupa del transporte de mensajes entre aplicaciones y sistemas diferentes, haciendo que la información viaje de un punto a otro, independientemente del lenguaje de programación o de la plataforma. Db2 es el sistema gestor de bases de datos que se encargará de almacenar, estructurar y administrar la información que recibe.</a:t>
            </a:r>
          </a:p>
          <a:p>
            <a:r>
              <a:rPr lang="es-MX" sz="1600" dirty="0">
                <a:solidFill>
                  <a:schemeClr val="bg1"/>
                </a:solidFill>
              </a:rPr>
              <a:t>El proceso se inicia cuando una aplicación crea un mensaje con ciertos datos y lo transmite por medio de </a:t>
            </a:r>
            <a:r>
              <a:rPr lang="es-MX" sz="1600" dirty="0" err="1">
                <a:solidFill>
                  <a:schemeClr val="bg1"/>
                </a:solidFill>
              </a:rPr>
              <a:t>MQSeries</a:t>
            </a:r>
            <a:r>
              <a:rPr lang="es-MX" sz="1600" dirty="0">
                <a:solidFill>
                  <a:schemeClr val="bg1"/>
                </a:solidFill>
              </a:rPr>
              <a:t>. El mensaje es depositado en la cola, donde permanece hasta que el sistema comprador está listo para procesarlo. Después de ser recibido, la tarea ejecutada interpreta la información y ejecuta las diferentes operaciones que debe hacer, desde llevar la cuenta de una cierta transacción, hasta actualizaciones de inventarios, así como almacenar datos relativos a clientes. Finalmente, la información ya procesada queda almacenada en una base de datos Db2, donde puede ser consultada, modificada y protegida de forma correcta.</a:t>
            </a:r>
          </a:p>
          <a:p>
            <a:r>
              <a:rPr lang="es-MX" sz="1600" dirty="0">
                <a:solidFill>
                  <a:schemeClr val="bg1"/>
                </a:solidFill>
              </a:rPr>
              <a:t>Mediante la combinación de </a:t>
            </a:r>
            <a:r>
              <a:rPr lang="es-MX" sz="1600" dirty="0" err="1">
                <a:solidFill>
                  <a:schemeClr val="bg1"/>
                </a:solidFill>
              </a:rPr>
              <a:t>MQSeries</a:t>
            </a:r>
            <a:r>
              <a:rPr lang="es-MX" sz="1600" dirty="0">
                <a:solidFill>
                  <a:schemeClr val="bg1"/>
                </a:solidFill>
              </a:rPr>
              <a:t> y </a:t>
            </a:r>
            <a:r>
              <a:rPr lang="es-MX" sz="1600" dirty="0" err="1">
                <a:solidFill>
                  <a:schemeClr val="bg1"/>
                </a:solidFill>
              </a:rPr>
              <a:t>Database</a:t>
            </a:r>
            <a:r>
              <a:rPr lang="es-MX" sz="1600" dirty="0">
                <a:solidFill>
                  <a:schemeClr val="bg1"/>
                </a:solidFill>
              </a:rPr>
              <a:t> 2 se obtienen grandes beneficios para las organizaciones puesto que, a través de ella, se da una comunicación fiable entre sistemas y un almacenamiento de la información seguro. Esta combinación de tecnologías permite a las organizaciones gestionar grandes volúmenes de datos, reducir los errores en la transmisión de la información, permitir la continuidad de las operaciones incluso si uno de los sistemas tiene un fallo y asegurar la </a:t>
            </a:r>
            <a:r>
              <a:rPr lang="es-MX" sz="1600" dirty="0" err="1">
                <a:solidFill>
                  <a:schemeClr val="bg1"/>
                </a:solidFill>
              </a:rPr>
              <a:t>intactitud</a:t>
            </a:r>
            <a:r>
              <a:rPr lang="es-MX" sz="1600" dirty="0">
                <a:solidFill>
                  <a:schemeClr val="bg1"/>
                </a:solidFill>
              </a:rPr>
              <a:t> de los datos.</a:t>
            </a:r>
          </a:p>
          <a:p>
            <a:endParaRPr lang="es-MX" sz="1600" dirty="0">
              <a:solidFill>
                <a:schemeClr val="bg1"/>
              </a:solidFill>
            </a:endParaRPr>
          </a:p>
          <a:p>
            <a:endParaRPr lang="es-MX" sz="1600" dirty="0">
              <a:solidFill>
                <a:schemeClr val="bg1"/>
              </a:solidFill>
            </a:endParaRPr>
          </a:p>
          <a:p>
            <a:endParaRPr lang="es-MX" sz="1600" dirty="0">
              <a:solidFill>
                <a:schemeClr val="bg1"/>
              </a:solidFill>
            </a:endParaRPr>
          </a:p>
        </p:txBody>
      </p:sp>
      <p:pic>
        <p:nvPicPr>
          <p:cNvPr id="5" name="Imagen 4" descr="Explorando DB2 en IBM i: Una mirada detallada a la base de datos central |  TIMWare">
            <a:extLst>
              <a:ext uri="{FF2B5EF4-FFF2-40B4-BE49-F238E27FC236}">
                <a16:creationId xmlns:a16="http://schemas.microsoft.com/office/drawing/2014/main" id="{1BB37373-2257-33AC-996B-6BCBD7F906A2}"/>
              </a:ext>
            </a:extLst>
          </p:cNvPr>
          <p:cNvPicPr>
            <a:picLocks noChangeAspect="1"/>
          </p:cNvPicPr>
          <p:nvPr/>
        </p:nvPicPr>
        <p:blipFill>
          <a:blip r:embed="rId2"/>
          <a:stretch>
            <a:fillRect/>
          </a:stretch>
        </p:blipFill>
        <p:spPr>
          <a:xfrm>
            <a:off x="6309904" y="4053104"/>
            <a:ext cx="4485666" cy="2523187"/>
          </a:xfrm>
          <a:prstGeom prst="rect">
            <a:avLst/>
          </a:prstGeom>
        </p:spPr>
      </p:pic>
    </p:spTree>
    <p:extLst>
      <p:ext uri="{BB962C8B-B14F-4D97-AF65-F5344CB8AC3E}">
        <p14:creationId xmlns:p14="http://schemas.microsoft.com/office/powerpoint/2010/main" val="1513830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rtlCol="0"/>
          <a:lstStyle>
            <a:defPPr>
              <a:defRPr lang="es-ES"/>
            </a:defPPr>
          </a:lstStyle>
          <a:p>
            <a:pPr rtl="0"/>
            <a:r>
              <a:rPr lang="es-ES" dirty="0"/>
              <a:t>CONCLUSIONES </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Personalizar">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332797_TF78853419_Win32" id="{89881BBC-4720-4DBD-B653-230ED84EDDDD}" vid="{D5D0700E-9D65-401B-B37B-B3D39C01EE2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2.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{2BCFA0E4-F67F-4011-9033-000D3551F4EF}TFd3b75063-ff25-434d-b12c-efeaf07d16c3e7f35a69_win32-0d75b5563924</Template>
  <TotalTime>138</TotalTime>
  <Words>1285</Words>
  <Application>Microsoft Office PowerPoint</Application>
  <PresentationFormat>Panorámica</PresentationFormat>
  <Paragraphs>54</Paragraphs>
  <Slides>10</Slides>
  <Notes>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Calibri</vt:lpstr>
      <vt:lpstr>Franklin Gothic Book</vt:lpstr>
      <vt:lpstr>Franklin Gothic Demi</vt:lpstr>
      <vt:lpstr>Personalizar</vt:lpstr>
      <vt:lpstr>MQSERIES DB2 </vt:lpstr>
      <vt:lpstr>¿QUE ES?</vt:lpstr>
      <vt:lpstr>Presentación de PowerPoint</vt:lpstr>
      <vt:lpstr>CARACTERISTICAS PRINCIPALES </vt:lpstr>
      <vt:lpstr>¿COMO FUNCIONA?</vt:lpstr>
      <vt:lpstr>VENTAJAS </vt:lpstr>
      <vt:lpstr>DESVENTAJAS  </vt:lpstr>
      <vt:lpstr>INFORMACION ALMACENADA EN DB2</vt:lpstr>
      <vt:lpstr>RELACION ENTRE MQSERIES Y DB2 </vt:lpstr>
      <vt:lpstr>CONCLUSIONES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Donovan Etienne Martinez Clemente</dc:creator>
  <cp:lastModifiedBy>Donovan Etienne Martinez Clemente</cp:lastModifiedBy>
  <cp:revision>2</cp:revision>
  <dcterms:created xsi:type="dcterms:W3CDTF">2026-06-19T06:31:08Z</dcterms:created>
  <dcterms:modified xsi:type="dcterms:W3CDTF">2026-06-20T00:58:58Z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